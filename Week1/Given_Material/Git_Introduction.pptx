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5"/>
  </p:notesMasterIdLst>
  <p:sldIdLst>
    <p:sldId id="256" r:id="rId5"/>
    <p:sldId id="297" r:id="rId6"/>
    <p:sldId id="299" r:id="rId7"/>
    <p:sldId id="300" r:id="rId8"/>
    <p:sldId id="301" r:id="rId9"/>
    <p:sldId id="302" r:id="rId10"/>
    <p:sldId id="303" r:id="rId11"/>
    <p:sldId id="261" r:id="rId12"/>
    <p:sldId id="262" r:id="rId13"/>
    <p:sldId id="304" r:id="rId14"/>
    <p:sldId id="305" r:id="rId15"/>
    <p:sldId id="275" r:id="rId16"/>
    <p:sldId id="277" r:id="rId17"/>
    <p:sldId id="306" r:id="rId18"/>
    <p:sldId id="276" r:id="rId19"/>
    <p:sldId id="257" r:id="rId20"/>
    <p:sldId id="258" r:id="rId21"/>
    <p:sldId id="259" r:id="rId22"/>
    <p:sldId id="260" r:id="rId23"/>
    <p:sldId id="269" r:id="rId24"/>
    <p:sldId id="270" r:id="rId25"/>
    <p:sldId id="272" r:id="rId26"/>
    <p:sldId id="273" r:id="rId27"/>
    <p:sldId id="271" r:id="rId28"/>
    <p:sldId id="274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6" r:id="rId46"/>
    <p:sldId id="263" r:id="rId47"/>
    <p:sldId id="264" r:id="rId48"/>
    <p:sldId id="265" r:id="rId49"/>
    <p:sldId id="266" r:id="rId50"/>
    <p:sldId id="267" r:id="rId51"/>
    <p:sldId id="268" r:id="rId52"/>
    <p:sldId id="294" r:id="rId53"/>
    <p:sldId id="295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53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5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18B6F6-A919-4448-882D-B98B254CF17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522985-3DB7-4397-BE18-0DB38891576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Visual Part of computer application or operating system through which a user interacts with a computer or software.</a:t>
          </a:r>
          <a:endParaRPr lang="en-US"/>
        </a:p>
      </dgm:t>
    </dgm:pt>
    <dgm:pt modelId="{EA12A554-A293-45CB-9265-5B5DD4BF8DF4}" type="parTrans" cxnId="{D45FA2C1-EE30-4DC2-A600-8DAB08E120E3}">
      <dgm:prSet/>
      <dgm:spPr/>
      <dgm:t>
        <a:bodyPr/>
        <a:lstStyle/>
        <a:p>
          <a:endParaRPr lang="en-US"/>
        </a:p>
      </dgm:t>
    </dgm:pt>
    <dgm:pt modelId="{2E931ABB-5D43-4F50-9262-000AF77CC541}" type="sibTrans" cxnId="{D45FA2C1-EE30-4DC2-A600-8DAB08E120E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231566C-1B79-485E-A144-47A24AB1DF5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This can include display screens, keyboard, a mouse and the appearance of a desktop.</a:t>
          </a:r>
          <a:endParaRPr lang="en-US"/>
        </a:p>
      </dgm:t>
    </dgm:pt>
    <dgm:pt modelId="{8824803F-308F-4B70-A618-6D7BAF930F94}" type="parTrans" cxnId="{65CEDFF3-A1F3-40FC-99CD-4605AA0F3EB1}">
      <dgm:prSet/>
      <dgm:spPr/>
      <dgm:t>
        <a:bodyPr/>
        <a:lstStyle/>
        <a:p>
          <a:endParaRPr lang="en-US"/>
        </a:p>
      </dgm:t>
    </dgm:pt>
    <dgm:pt modelId="{6D1562CF-9626-4EE3-A295-5FB7E2FF0BCB}" type="sibTrans" cxnId="{65CEDFF3-A1F3-40FC-99CD-4605AA0F3EB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CE39D2E-A4AE-4F52-9010-36260050896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It is also the way of through which a user interacts with an application or website</a:t>
          </a:r>
          <a:endParaRPr lang="en-US"/>
        </a:p>
      </dgm:t>
    </dgm:pt>
    <dgm:pt modelId="{B701ED11-9459-4FD3-B160-ED9EA429F506}" type="parTrans" cxnId="{ED2C7F9F-8438-4140-BDC6-AF13567BA8F3}">
      <dgm:prSet/>
      <dgm:spPr/>
      <dgm:t>
        <a:bodyPr/>
        <a:lstStyle/>
        <a:p>
          <a:endParaRPr lang="en-US"/>
        </a:p>
      </dgm:t>
    </dgm:pt>
    <dgm:pt modelId="{C10A6A61-8162-40F4-AC91-69075DC37EB2}" type="sibTrans" cxnId="{ED2C7F9F-8438-4140-BDC6-AF13567BA8F3}">
      <dgm:prSet/>
      <dgm:spPr/>
      <dgm:t>
        <a:bodyPr/>
        <a:lstStyle/>
        <a:p>
          <a:endParaRPr lang="en-US"/>
        </a:p>
      </dgm:t>
    </dgm:pt>
    <dgm:pt modelId="{522FE4B5-975B-4A2A-9814-F1AC758AC6B4}" type="pres">
      <dgm:prSet presAssocID="{5018B6F6-A919-4448-882D-B98B254CF17F}" presName="root" presStyleCnt="0">
        <dgm:presLayoutVars>
          <dgm:dir/>
          <dgm:resizeHandles val="exact"/>
        </dgm:presLayoutVars>
      </dgm:prSet>
      <dgm:spPr/>
    </dgm:pt>
    <dgm:pt modelId="{8A15E319-BED8-4306-9D21-9011C7163994}" type="pres">
      <dgm:prSet presAssocID="{5018B6F6-A919-4448-882D-B98B254CF17F}" presName="container" presStyleCnt="0">
        <dgm:presLayoutVars>
          <dgm:dir/>
          <dgm:resizeHandles val="exact"/>
        </dgm:presLayoutVars>
      </dgm:prSet>
      <dgm:spPr/>
    </dgm:pt>
    <dgm:pt modelId="{EA1103A0-426D-4CD1-929E-03EF08958D8A}" type="pres">
      <dgm:prSet presAssocID="{95522985-3DB7-4397-BE18-0DB38891576A}" presName="compNode" presStyleCnt="0"/>
      <dgm:spPr/>
    </dgm:pt>
    <dgm:pt modelId="{3B50DB7D-0472-4138-83B6-33DE4AA53741}" type="pres">
      <dgm:prSet presAssocID="{95522985-3DB7-4397-BE18-0DB38891576A}" presName="iconBgRect" presStyleLbl="bgShp" presStyleIdx="0" presStyleCnt="3"/>
      <dgm:spPr/>
    </dgm:pt>
    <dgm:pt modelId="{C66C2D2F-9DCE-4936-9EBF-C9F323353B64}" type="pres">
      <dgm:prSet presAssocID="{95522985-3DB7-4397-BE18-0DB3889157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0AB6EF2-7961-47E0-B561-38882D5A4A65}" type="pres">
      <dgm:prSet presAssocID="{95522985-3DB7-4397-BE18-0DB38891576A}" presName="spaceRect" presStyleCnt="0"/>
      <dgm:spPr/>
    </dgm:pt>
    <dgm:pt modelId="{3358D5A2-DBC0-437B-9268-4DB89489B46F}" type="pres">
      <dgm:prSet presAssocID="{95522985-3DB7-4397-BE18-0DB38891576A}" presName="textRect" presStyleLbl="revTx" presStyleIdx="0" presStyleCnt="3">
        <dgm:presLayoutVars>
          <dgm:chMax val="1"/>
          <dgm:chPref val="1"/>
        </dgm:presLayoutVars>
      </dgm:prSet>
      <dgm:spPr/>
    </dgm:pt>
    <dgm:pt modelId="{7794B895-FD7D-4EDD-B964-6D09DAE03C0E}" type="pres">
      <dgm:prSet presAssocID="{2E931ABB-5D43-4F50-9262-000AF77CC541}" presName="sibTrans" presStyleLbl="sibTrans2D1" presStyleIdx="0" presStyleCnt="0"/>
      <dgm:spPr/>
    </dgm:pt>
    <dgm:pt modelId="{5F220DCA-90FD-48AA-9C38-0A118372F1D6}" type="pres">
      <dgm:prSet presAssocID="{9231566C-1B79-485E-A144-47A24AB1DF5E}" presName="compNode" presStyleCnt="0"/>
      <dgm:spPr/>
    </dgm:pt>
    <dgm:pt modelId="{CA634A9A-B285-425C-A942-29896E808E2F}" type="pres">
      <dgm:prSet presAssocID="{9231566C-1B79-485E-A144-47A24AB1DF5E}" presName="iconBgRect" presStyleLbl="bgShp" presStyleIdx="1" presStyleCnt="3"/>
      <dgm:spPr/>
    </dgm:pt>
    <dgm:pt modelId="{CD800910-9EDA-4E20-BC8B-48632314CCEA}" type="pres">
      <dgm:prSet presAssocID="{9231566C-1B79-485E-A144-47A24AB1DF5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0437A227-F60D-4494-BE24-9691163BD1EF}" type="pres">
      <dgm:prSet presAssocID="{9231566C-1B79-485E-A144-47A24AB1DF5E}" presName="spaceRect" presStyleCnt="0"/>
      <dgm:spPr/>
    </dgm:pt>
    <dgm:pt modelId="{F4198756-E4B7-4C06-8EEB-109F0BC9A7F5}" type="pres">
      <dgm:prSet presAssocID="{9231566C-1B79-485E-A144-47A24AB1DF5E}" presName="textRect" presStyleLbl="revTx" presStyleIdx="1" presStyleCnt="3">
        <dgm:presLayoutVars>
          <dgm:chMax val="1"/>
          <dgm:chPref val="1"/>
        </dgm:presLayoutVars>
      </dgm:prSet>
      <dgm:spPr/>
    </dgm:pt>
    <dgm:pt modelId="{6292405A-D3F4-457B-8B7F-D1A897F06317}" type="pres">
      <dgm:prSet presAssocID="{6D1562CF-9626-4EE3-A295-5FB7E2FF0BCB}" presName="sibTrans" presStyleLbl="sibTrans2D1" presStyleIdx="0" presStyleCnt="0"/>
      <dgm:spPr/>
    </dgm:pt>
    <dgm:pt modelId="{D34550A2-F79A-4E93-9176-589F086B200E}" type="pres">
      <dgm:prSet presAssocID="{DCE39D2E-A4AE-4F52-9010-362600508962}" presName="compNode" presStyleCnt="0"/>
      <dgm:spPr/>
    </dgm:pt>
    <dgm:pt modelId="{E11D2474-F935-4B1C-BBB7-3F91383534F3}" type="pres">
      <dgm:prSet presAssocID="{DCE39D2E-A4AE-4F52-9010-362600508962}" presName="iconBgRect" presStyleLbl="bgShp" presStyleIdx="2" presStyleCnt="3"/>
      <dgm:spPr/>
    </dgm:pt>
    <dgm:pt modelId="{DE1ADDDC-B276-4C9D-9BE3-671BE868801B}" type="pres">
      <dgm:prSet presAssocID="{DCE39D2E-A4AE-4F52-9010-36260050896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1A4857D9-6A71-4476-9DF0-A4942E4D8E37}" type="pres">
      <dgm:prSet presAssocID="{DCE39D2E-A4AE-4F52-9010-362600508962}" presName="spaceRect" presStyleCnt="0"/>
      <dgm:spPr/>
    </dgm:pt>
    <dgm:pt modelId="{CB50BF38-10D3-4B79-8C1B-0221DDE22542}" type="pres">
      <dgm:prSet presAssocID="{DCE39D2E-A4AE-4F52-9010-36260050896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9B26D5B-C852-434E-9C38-933EA8D29C6B}" type="presOf" srcId="{95522985-3DB7-4397-BE18-0DB38891576A}" destId="{3358D5A2-DBC0-437B-9268-4DB89489B46F}" srcOrd="0" destOrd="0" presId="urn:microsoft.com/office/officeart/2018/2/layout/IconCircleList"/>
    <dgm:cxn modelId="{59EF6398-7998-4851-9EF3-866AA60091A1}" type="presOf" srcId="{9231566C-1B79-485E-A144-47A24AB1DF5E}" destId="{F4198756-E4B7-4C06-8EEB-109F0BC9A7F5}" srcOrd="0" destOrd="0" presId="urn:microsoft.com/office/officeart/2018/2/layout/IconCircleList"/>
    <dgm:cxn modelId="{ED2C7F9F-8438-4140-BDC6-AF13567BA8F3}" srcId="{5018B6F6-A919-4448-882D-B98B254CF17F}" destId="{DCE39D2E-A4AE-4F52-9010-362600508962}" srcOrd="2" destOrd="0" parTransId="{B701ED11-9459-4FD3-B160-ED9EA429F506}" sibTransId="{C10A6A61-8162-40F4-AC91-69075DC37EB2}"/>
    <dgm:cxn modelId="{62CF06B1-CFCC-4057-905B-26CAA5057D42}" type="presOf" srcId="{DCE39D2E-A4AE-4F52-9010-362600508962}" destId="{CB50BF38-10D3-4B79-8C1B-0221DDE22542}" srcOrd="0" destOrd="0" presId="urn:microsoft.com/office/officeart/2018/2/layout/IconCircleList"/>
    <dgm:cxn modelId="{D45FA2C1-EE30-4DC2-A600-8DAB08E120E3}" srcId="{5018B6F6-A919-4448-882D-B98B254CF17F}" destId="{95522985-3DB7-4397-BE18-0DB38891576A}" srcOrd="0" destOrd="0" parTransId="{EA12A554-A293-45CB-9265-5B5DD4BF8DF4}" sibTransId="{2E931ABB-5D43-4F50-9262-000AF77CC541}"/>
    <dgm:cxn modelId="{EBF9EEC6-E6AE-4A1D-97FF-A3C8BBCB13A7}" type="presOf" srcId="{2E931ABB-5D43-4F50-9262-000AF77CC541}" destId="{7794B895-FD7D-4EDD-B964-6D09DAE03C0E}" srcOrd="0" destOrd="0" presId="urn:microsoft.com/office/officeart/2018/2/layout/IconCircleList"/>
    <dgm:cxn modelId="{42F2A2EA-41B7-49B8-B21B-654462EAF627}" type="presOf" srcId="{5018B6F6-A919-4448-882D-B98B254CF17F}" destId="{522FE4B5-975B-4A2A-9814-F1AC758AC6B4}" srcOrd="0" destOrd="0" presId="urn:microsoft.com/office/officeart/2018/2/layout/IconCircleList"/>
    <dgm:cxn modelId="{65CEDFF3-A1F3-40FC-99CD-4605AA0F3EB1}" srcId="{5018B6F6-A919-4448-882D-B98B254CF17F}" destId="{9231566C-1B79-485E-A144-47A24AB1DF5E}" srcOrd="1" destOrd="0" parTransId="{8824803F-308F-4B70-A618-6D7BAF930F94}" sibTransId="{6D1562CF-9626-4EE3-A295-5FB7E2FF0BCB}"/>
    <dgm:cxn modelId="{82F423FC-0D5C-4BA8-8CA7-A8B1D4D1BB0E}" type="presOf" srcId="{6D1562CF-9626-4EE3-A295-5FB7E2FF0BCB}" destId="{6292405A-D3F4-457B-8B7F-D1A897F06317}" srcOrd="0" destOrd="0" presId="urn:microsoft.com/office/officeart/2018/2/layout/IconCircleList"/>
    <dgm:cxn modelId="{86D9D5E5-0770-4696-8B28-8058173E0491}" type="presParOf" srcId="{522FE4B5-975B-4A2A-9814-F1AC758AC6B4}" destId="{8A15E319-BED8-4306-9D21-9011C7163994}" srcOrd="0" destOrd="0" presId="urn:microsoft.com/office/officeart/2018/2/layout/IconCircleList"/>
    <dgm:cxn modelId="{D0AEC0C0-8A0A-4CAA-968A-5C861AC54BE4}" type="presParOf" srcId="{8A15E319-BED8-4306-9D21-9011C7163994}" destId="{EA1103A0-426D-4CD1-929E-03EF08958D8A}" srcOrd="0" destOrd="0" presId="urn:microsoft.com/office/officeart/2018/2/layout/IconCircleList"/>
    <dgm:cxn modelId="{BA79789A-6857-4862-98A6-43D4FCA07C5E}" type="presParOf" srcId="{EA1103A0-426D-4CD1-929E-03EF08958D8A}" destId="{3B50DB7D-0472-4138-83B6-33DE4AA53741}" srcOrd="0" destOrd="0" presId="urn:microsoft.com/office/officeart/2018/2/layout/IconCircleList"/>
    <dgm:cxn modelId="{726180FA-EED7-4FAC-ADF5-9F582C080698}" type="presParOf" srcId="{EA1103A0-426D-4CD1-929E-03EF08958D8A}" destId="{C66C2D2F-9DCE-4936-9EBF-C9F323353B64}" srcOrd="1" destOrd="0" presId="urn:microsoft.com/office/officeart/2018/2/layout/IconCircleList"/>
    <dgm:cxn modelId="{034A6CE0-96C4-4E3B-893C-B03062B9248E}" type="presParOf" srcId="{EA1103A0-426D-4CD1-929E-03EF08958D8A}" destId="{10AB6EF2-7961-47E0-B561-38882D5A4A65}" srcOrd="2" destOrd="0" presId="urn:microsoft.com/office/officeart/2018/2/layout/IconCircleList"/>
    <dgm:cxn modelId="{16DCA82C-B9AC-4362-9F94-7E4597F66FD0}" type="presParOf" srcId="{EA1103A0-426D-4CD1-929E-03EF08958D8A}" destId="{3358D5A2-DBC0-437B-9268-4DB89489B46F}" srcOrd="3" destOrd="0" presId="urn:microsoft.com/office/officeart/2018/2/layout/IconCircleList"/>
    <dgm:cxn modelId="{506557F6-FF9A-4483-B157-EE1EA297D0F1}" type="presParOf" srcId="{8A15E319-BED8-4306-9D21-9011C7163994}" destId="{7794B895-FD7D-4EDD-B964-6D09DAE03C0E}" srcOrd="1" destOrd="0" presId="urn:microsoft.com/office/officeart/2018/2/layout/IconCircleList"/>
    <dgm:cxn modelId="{61B33258-0FE7-4366-BDF6-05DECC3D0E18}" type="presParOf" srcId="{8A15E319-BED8-4306-9D21-9011C7163994}" destId="{5F220DCA-90FD-48AA-9C38-0A118372F1D6}" srcOrd="2" destOrd="0" presId="urn:microsoft.com/office/officeart/2018/2/layout/IconCircleList"/>
    <dgm:cxn modelId="{E3DE4A34-3563-481E-87A5-F93D2850B6F8}" type="presParOf" srcId="{5F220DCA-90FD-48AA-9C38-0A118372F1D6}" destId="{CA634A9A-B285-425C-A942-29896E808E2F}" srcOrd="0" destOrd="0" presId="urn:microsoft.com/office/officeart/2018/2/layout/IconCircleList"/>
    <dgm:cxn modelId="{78C7942E-06E8-4D48-A7BF-317858064C71}" type="presParOf" srcId="{5F220DCA-90FD-48AA-9C38-0A118372F1D6}" destId="{CD800910-9EDA-4E20-BC8B-48632314CCEA}" srcOrd="1" destOrd="0" presId="urn:microsoft.com/office/officeart/2018/2/layout/IconCircleList"/>
    <dgm:cxn modelId="{9F614619-BED0-4F74-92D7-2B78C33A2F51}" type="presParOf" srcId="{5F220DCA-90FD-48AA-9C38-0A118372F1D6}" destId="{0437A227-F60D-4494-BE24-9691163BD1EF}" srcOrd="2" destOrd="0" presId="urn:microsoft.com/office/officeart/2018/2/layout/IconCircleList"/>
    <dgm:cxn modelId="{B27F06A1-79AC-4844-91EC-F23927688E31}" type="presParOf" srcId="{5F220DCA-90FD-48AA-9C38-0A118372F1D6}" destId="{F4198756-E4B7-4C06-8EEB-109F0BC9A7F5}" srcOrd="3" destOrd="0" presId="urn:microsoft.com/office/officeart/2018/2/layout/IconCircleList"/>
    <dgm:cxn modelId="{D44F4CCF-C70D-4812-9B7B-056E639A543C}" type="presParOf" srcId="{8A15E319-BED8-4306-9D21-9011C7163994}" destId="{6292405A-D3F4-457B-8B7F-D1A897F06317}" srcOrd="3" destOrd="0" presId="urn:microsoft.com/office/officeart/2018/2/layout/IconCircleList"/>
    <dgm:cxn modelId="{06AD1E5B-BF3F-4814-BEC3-2446F04B67E4}" type="presParOf" srcId="{8A15E319-BED8-4306-9D21-9011C7163994}" destId="{D34550A2-F79A-4E93-9176-589F086B200E}" srcOrd="4" destOrd="0" presId="urn:microsoft.com/office/officeart/2018/2/layout/IconCircleList"/>
    <dgm:cxn modelId="{C766344B-B584-4C0A-B983-E5F108B6D88C}" type="presParOf" srcId="{D34550A2-F79A-4E93-9176-589F086B200E}" destId="{E11D2474-F935-4B1C-BBB7-3F91383534F3}" srcOrd="0" destOrd="0" presId="urn:microsoft.com/office/officeart/2018/2/layout/IconCircleList"/>
    <dgm:cxn modelId="{10F29796-17C5-4D78-BD13-31F1E94BEF9A}" type="presParOf" srcId="{D34550A2-F79A-4E93-9176-589F086B200E}" destId="{DE1ADDDC-B276-4C9D-9BE3-671BE868801B}" srcOrd="1" destOrd="0" presId="urn:microsoft.com/office/officeart/2018/2/layout/IconCircleList"/>
    <dgm:cxn modelId="{A5270F5E-B153-4E37-9E3C-1969BF4411DB}" type="presParOf" srcId="{D34550A2-F79A-4E93-9176-589F086B200E}" destId="{1A4857D9-6A71-4476-9DF0-A4942E4D8E37}" srcOrd="2" destOrd="0" presId="urn:microsoft.com/office/officeart/2018/2/layout/IconCircleList"/>
    <dgm:cxn modelId="{7130345B-0BFA-450E-9950-68B5AB8682B9}" type="presParOf" srcId="{D34550A2-F79A-4E93-9176-589F086B200E}" destId="{CB50BF38-10D3-4B79-8C1B-0221DDE2254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BD0E1C-236F-4F8E-B918-8848A20CD79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D9A8B82-2891-4FE8-86A8-82D073136239}">
      <dgm:prSet/>
      <dgm:spPr/>
      <dgm:t>
        <a:bodyPr/>
        <a:lstStyle/>
        <a:p>
          <a:r>
            <a:rPr lang="en-GB" b="1"/>
            <a:t>pwd </a:t>
          </a:r>
          <a:r>
            <a:rPr lang="en-GB"/>
            <a:t>outputs the name of the current working directory.</a:t>
          </a:r>
          <a:endParaRPr lang="en-US"/>
        </a:p>
      </dgm:t>
    </dgm:pt>
    <dgm:pt modelId="{E445F64A-8756-4D0B-8FCE-3CBAE0324BCF}" type="parTrans" cxnId="{7A53BB9C-C1D4-4BD9-B2F4-2C780FAEB7AE}">
      <dgm:prSet/>
      <dgm:spPr/>
      <dgm:t>
        <a:bodyPr/>
        <a:lstStyle/>
        <a:p>
          <a:endParaRPr lang="en-US"/>
        </a:p>
      </dgm:t>
    </dgm:pt>
    <dgm:pt modelId="{3AC17C57-F1BB-47D3-8612-99B7E7C068DF}" type="sibTrans" cxnId="{7A53BB9C-C1D4-4BD9-B2F4-2C780FAEB7AE}">
      <dgm:prSet/>
      <dgm:spPr/>
      <dgm:t>
        <a:bodyPr/>
        <a:lstStyle/>
        <a:p>
          <a:endParaRPr lang="en-US"/>
        </a:p>
      </dgm:t>
    </dgm:pt>
    <dgm:pt modelId="{E0C68C40-5EDE-43E2-BECE-B7554B249DD3}">
      <dgm:prSet/>
      <dgm:spPr/>
      <dgm:t>
        <a:bodyPr/>
        <a:lstStyle/>
        <a:p>
          <a:r>
            <a:rPr lang="en-GB" b="1"/>
            <a:t>ls</a:t>
          </a:r>
          <a:r>
            <a:rPr lang="en-GB"/>
            <a:t> lists all files and directories in the working directory.</a:t>
          </a:r>
          <a:endParaRPr lang="en-US"/>
        </a:p>
      </dgm:t>
    </dgm:pt>
    <dgm:pt modelId="{6B3E7ECC-FA3F-4D2D-B8AE-03716A8ACD2E}" type="parTrans" cxnId="{33748CA4-2EA3-4FD8-9D0A-E1AF3D0C95F8}">
      <dgm:prSet/>
      <dgm:spPr/>
      <dgm:t>
        <a:bodyPr/>
        <a:lstStyle/>
        <a:p>
          <a:endParaRPr lang="en-US"/>
        </a:p>
      </dgm:t>
    </dgm:pt>
    <dgm:pt modelId="{33C4D868-489B-4204-8AA6-91099AD4AC52}" type="sibTrans" cxnId="{33748CA4-2EA3-4FD8-9D0A-E1AF3D0C95F8}">
      <dgm:prSet/>
      <dgm:spPr/>
      <dgm:t>
        <a:bodyPr/>
        <a:lstStyle/>
        <a:p>
          <a:endParaRPr lang="en-US"/>
        </a:p>
      </dgm:t>
    </dgm:pt>
    <dgm:pt modelId="{48F86368-25EC-4203-B1BB-F3527FE85FCF}">
      <dgm:prSet/>
      <dgm:spPr/>
      <dgm:t>
        <a:bodyPr/>
        <a:lstStyle/>
        <a:p>
          <a:r>
            <a:rPr lang="en-GB" b="1"/>
            <a:t>cd</a:t>
          </a:r>
          <a:r>
            <a:rPr lang="en-GB"/>
            <a:t> switches you into the directory you specify.</a:t>
          </a:r>
          <a:endParaRPr lang="en-US"/>
        </a:p>
      </dgm:t>
    </dgm:pt>
    <dgm:pt modelId="{EB4CC83B-E5F2-49B2-9F12-EBEED149FC27}" type="parTrans" cxnId="{331C5957-CCCA-4EF7-8F6F-A47B8F3A81EE}">
      <dgm:prSet/>
      <dgm:spPr/>
      <dgm:t>
        <a:bodyPr/>
        <a:lstStyle/>
        <a:p>
          <a:endParaRPr lang="en-US"/>
        </a:p>
      </dgm:t>
    </dgm:pt>
    <dgm:pt modelId="{A22BD8D2-15A3-4E8C-AB18-46ED2F31C41E}" type="sibTrans" cxnId="{331C5957-CCCA-4EF7-8F6F-A47B8F3A81EE}">
      <dgm:prSet/>
      <dgm:spPr/>
      <dgm:t>
        <a:bodyPr/>
        <a:lstStyle/>
        <a:p>
          <a:endParaRPr lang="en-US"/>
        </a:p>
      </dgm:t>
    </dgm:pt>
    <dgm:pt modelId="{9B68C32C-AA3C-4707-87F7-182281C7C14B}">
      <dgm:prSet/>
      <dgm:spPr/>
      <dgm:t>
        <a:bodyPr/>
        <a:lstStyle/>
        <a:p>
          <a:r>
            <a:rPr lang="en-GB" b="1"/>
            <a:t>mkdir</a:t>
          </a:r>
          <a:r>
            <a:rPr lang="en-GB"/>
            <a:t> creates a new directory in the working directory.</a:t>
          </a:r>
          <a:endParaRPr lang="en-US"/>
        </a:p>
      </dgm:t>
    </dgm:pt>
    <dgm:pt modelId="{3452E215-F3B4-4FE8-9B28-5674E81E647F}" type="parTrans" cxnId="{6A3D9D8B-7401-4147-BE3D-0396EB077A27}">
      <dgm:prSet/>
      <dgm:spPr/>
      <dgm:t>
        <a:bodyPr/>
        <a:lstStyle/>
        <a:p>
          <a:endParaRPr lang="en-US"/>
        </a:p>
      </dgm:t>
    </dgm:pt>
    <dgm:pt modelId="{D58EDD52-0454-4C4E-858E-0FC3639D515B}" type="sibTrans" cxnId="{6A3D9D8B-7401-4147-BE3D-0396EB077A27}">
      <dgm:prSet/>
      <dgm:spPr/>
      <dgm:t>
        <a:bodyPr/>
        <a:lstStyle/>
        <a:p>
          <a:endParaRPr lang="en-US"/>
        </a:p>
      </dgm:t>
    </dgm:pt>
    <dgm:pt modelId="{8C332951-058B-4AD4-8545-00FE098F3036}">
      <dgm:prSet/>
      <dgm:spPr/>
      <dgm:t>
        <a:bodyPr/>
        <a:lstStyle/>
        <a:p>
          <a:r>
            <a:rPr lang="en-GB" b="1"/>
            <a:t>touch</a:t>
          </a:r>
          <a:r>
            <a:rPr lang="en-GB"/>
            <a:t> creates a new file inside the working directory</a:t>
          </a:r>
          <a:endParaRPr lang="en-US"/>
        </a:p>
      </dgm:t>
    </dgm:pt>
    <dgm:pt modelId="{89735725-108B-47D5-AFD0-05316A6A320F}" type="parTrans" cxnId="{B68B8B3D-A373-4307-ABC2-9161C34020B6}">
      <dgm:prSet/>
      <dgm:spPr/>
      <dgm:t>
        <a:bodyPr/>
        <a:lstStyle/>
        <a:p>
          <a:endParaRPr lang="en-US"/>
        </a:p>
      </dgm:t>
    </dgm:pt>
    <dgm:pt modelId="{375115A1-1147-481D-8DF0-42A1E8FEDEB7}" type="sibTrans" cxnId="{B68B8B3D-A373-4307-ABC2-9161C34020B6}">
      <dgm:prSet/>
      <dgm:spPr/>
      <dgm:t>
        <a:bodyPr/>
        <a:lstStyle/>
        <a:p>
          <a:endParaRPr lang="en-US"/>
        </a:p>
      </dgm:t>
    </dgm:pt>
    <dgm:pt modelId="{0E20E543-11A2-45ED-BEDF-EC8FE0A66461}" type="pres">
      <dgm:prSet presAssocID="{E2BD0E1C-236F-4F8E-B918-8848A20CD79D}" presName="root" presStyleCnt="0">
        <dgm:presLayoutVars>
          <dgm:dir/>
          <dgm:resizeHandles val="exact"/>
        </dgm:presLayoutVars>
      </dgm:prSet>
      <dgm:spPr/>
    </dgm:pt>
    <dgm:pt modelId="{E091714D-5B54-460E-9F58-E735EB03C77C}" type="pres">
      <dgm:prSet presAssocID="{2D9A8B82-2891-4FE8-86A8-82D073136239}" presName="compNode" presStyleCnt="0"/>
      <dgm:spPr/>
    </dgm:pt>
    <dgm:pt modelId="{0B930652-25FF-4A38-9D88-C5C1CF3EDBD6}" type="pres">
      <dgm:prSet presAssocID="{2D9A8B82-2891-4FE8-86A8-82D073136239}" presName="bgRect" presStyleLbl="bgShp" presStyleIdx="0" presStyleCnt="5"/>
      <dgm:spPr/>
    </dgm:pt>
    <dgm:pt modelId="{447A6E1D-AB51-4638-A8BA-35F6A97A6376}" type="pres">
      <dgm:prSet presAssocID="{2D9A8B82-2891-4FE8-86A8-82D07313623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5A8988F8-6FFC-473F-B2AC-E6833F77F78E}" type="pres">
      <dgm:prSet presAssocID="{2D9A8B82-2891-4FE8-86A8-82D073136239}" presName="spaceRect" presStyleCnt="0"/>
      <dgm:spPr/>
    </dgm:pt>
    <dgm:pt modelId="{EE761A48-CA0A-4AA4-8114-AC926610D976}" type="pres">
      <dgm:prSet presAssocID="{2D9A8B82-2891-4FE8-86A8-82D073136239}" presName="parTx" presStyleLbl="revTx" presStyleIdx="0" presStyleCnt="5">
        <dgm:presLayoutVars>
          <dgm:chMax val="0"/>
          <dgm:chPref val="0"/>
        </dgm:presLayoutVars>
      </dgm:prSet>
      <dgm:spPr/>
    </dgm:pt>
    <dgm:pt modelId="{1669971C-B80C-4F51-A2CE-F2BF7B2A6005}" type="pres">
      <dgm:prSet presAssocID="{3AC17C57-F1BB-47D3-8612-99B7E7C068DF}" presName="sibTrans" presStyleCnt="0"/>
      <dgm:spPr/>
    </dgm:pt>
    <dgm:pt modelId="{387EB5BD-D434-4D04-8F0F-33EF0C532965}" type="pres">
      <dgm:prSet presAssocID="{E0C68C40-5EDE-43E2-BECE-B7554B249DD3}" presName="compNode" presStyleCnt="0"/>
      <dgm:spPr/>
    </dgm:pt>
    <dgm:pt modelId="{83778881-3F9E-4302-A700-38B2951777BC}" type="pres">
      <dgm:prSet presAssocID="{E0C68C40-5EDE-43E2-BECE-B7554B249DD3}" presName="bgRect" presStyleLbl="bgShp" presStyleIdx="1" presStyleCnt="5"/>
      <dgm:spPr/>
    </dgm:pt>
    <dgm:pt modelId="{6F12FD43-E686-4EB8-9BD7-F88BF4F1F1CE}" type="pres">
      <dgm:prSet presAssocID="{E0C68C40-5EDE-43E2-BECE-B7554B249DD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7C2CB578-444B-4674-8536-F05ADB411409}" type="pres">
      <dgm:prSet presAssocID="{E0C68C40-5EDE-43E2-BECE-B7554B249DD3}" presName="spaceRect" presStyleCnt="0"/>
      <dgm:spPr/>
    </dgm:pt>
    <dgm:pt modelId="{693AD7A3-8C5E-4A23-9B5D-9F1C66E34BDE}" type="pres">
      <dgm:prSet presAssocID="{E0C68C40-5EDE-43E2-BECE-B7554B249DD3}" presName="parTx" presStyleLbl="revTx" presStyleIdx="1" presStyleCnt="5">
        <dgm:presLayoutVars>
          <dgm:chMax val="0"/>
          <dgm:chPref val="0"/>
        </dgm:presLayoutVars>
      </dgm:prSet>
      <dgm:spPr/>
    </dgm:pt>
    <dgm:pt modelId="{346F13A5-844A-40B5-8268-FADFC1A61338}" type="pres">
      <dgm:prSet presAssocID="{33C4D868-489B-4204-8AA6-91099AD4AC52}" presName="sibTrans" presStyleCnt="0"/>
      <dgm:spPr/>
    </dgm:pt>
    <dgm:pt modelId="{C022AA6B-A905-45BC-B281-C4BB40D89EBD}" type="pres">
      <dgm:prSet presAssocID="{48F86368-25EC-4203-B1BB-F3527FE85FCF}" presName="compNode" presStyleCnt="0"/>
      <dgm:spPr/>
    </dgm:pt>
    <dgm:pt modelId="{FF689B0B-8FDD-4B82-91EC-A268C2EA4262}" type="pres">
      <dgm:prSet presAssocID="{48F86368-25EC-4203-B1BB-F3527FE85FCF}" presName="bgRect" presStyleLbl="bgShp" presStyleIdx="2" presStyleCnt="5"/>
      <dgm:spPr/>
    </dgm:pt>
    <dgm:pt modelId="{9D8B8DB8-F55A-4B60-A441-68024B75FF2D}" type="pres">
      <dgm:prSet presAssocID="{48F86368-25EC-4203-B1BB-F3527FE85FC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43EEB872-1949-4EE0-9CAF-B4B8086B7B33}" type="pres">
      <dgm:prSet presAssocID="{48F86368-25EC-4203-B1BB-F3527FE85FCF}" presName="spaceRect" presStyleCnt="0"/>
      <dgm:spPr/>
    </dgm:pt>
    <dgm:pt modelId="{47954943-B8C2-467E-8943-7930722D2619}" type="pres">
      <dgm:prSet presAssocID="{48F86368-25EC-4203-B1BB-F3527FE85FCF}" presName="parTx" presStyleLbl="revTx" presStyleIdx="2" presStyleCnt="5">
        <dgm:presLayoutVars>
          <dgm:chMax val="0"/>
          <dgm:chPref val="0"/>
        </dgm:presLayoutVars>
      </dgm:prSet>
      <dgm:spPr/>
    </dgm:pt>
    <dgm:pt modelId="{19AF866C-C6C7-4955-974E-D2BDC9D15DAC}" type="pres">
      <dgm:prSet presAssocID="{A22BD8D2-15A3-4E8C-AB18-46ED2F31C41E}" presName="sibTrans" presStyleCnt="0"/>
      <dgm:spPr/>
    </dgm:pt>
    <dgm:pt modelId="{DCBE2A6F-970F-4220-9652-70AEE432A713}" type="pres">
      <dgm:prSet presAssocID="{9B68C32C-AA3C-4707-87F7-182281C7C14B}" presName="compNode" presStyleCnt="0"/>
      <dgm:spPr/>
    </dgm:pt>
    <dgm:pt modelId="{CFEB8B64-9ACA-4C4A-A52D-EB0C3FC28A41}" type="pres">
      <dgm:prSet presAssocID="{9B68C32C-AA3C-4707-87F7-182281C7C14B}" presName="bgRect" presStyleLbl="bgShp" presStyleIdx="3" presStyleCnt="5"/>
      <dgm:spPr/>
    </dgm:pt>
    <dgm:pt modelId="{B94C4075-61AA-4050-ABA7-BEAF15392AB7}" type="pres">
      <dgm:prSet presAssocID="{9B68C32C-AA3C-4707-87F7-182281C7C14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9EE8A3C4-C2C6-44AB-BBB9-7F2D986F8228}" type="pres">
      <dgm:prSet presAssocID="{9B68C32C-AA3C-4707-87F7-182281C7C14B}" presName="spaceRect" presStyleCnt="0"/>
      <dgm:spPr/>
    </dgm:pt>
    <dgm:pt modelId="{B0A590DF-A3D1-4DD3-B308-9C7F39348DC4}" type="pres">
      <dgm:prSet presAssocID="{9B68C32C-AA3C-4707-87F7-182281C7C14B}" presName="parTx" presStyleLbl="revTx" presStyleIdx="3" presStyleCnt="5">
        <dgm:presLayoutVars>
          <dgm:chMax val="0"/>
          <dgm:chPref val="0"/>
        </dgm:presLayoutVars>
      </dgm:prSet>
      <dgm:spPr/>
    </dgm:pt>
    <dgm:pt modelId="{638854E0-33E1-44C1-8A1E-DE9CA563D050}" type="pres">
      <dgm:prSet presAssocID="{D58EDD52-0454-4C4E-858E-0FC3639D515B}" presName="sibTrans" presStyleCnt="0"/>
      <dgm:spPr/>
    </dgm:pt>
    <dgm:pt modelId="{830070D6-2E82-4585-953B-D33EDA2F8854}" type="pres">
      <dgm:prSet presAssocID="{8C332951-058B-4AD4-8545-00FE098F3036}" presName="compNode" presStyleCnt="0"/>
      <dgm:spPr/>
    </dgm:pt>
    <dgm:pt modelId="{79A6C202-C091-454D-9036-4174D769F031}" type="pres">
      <dgm:prSet presAssocID="{8C332951-058B-4AD4-8545-00FE098F3036}" presName="bgRect" presStyleLbl="bgShp" presStyleIdx="4" presStyleCnt="5"/>
      <dgm:spPr/>
    </dgm:pt>
    <dgm:pt modelId="{FB258ED1-1E13-4165-9459-1B6002D14F2C}" type="pres">
      <dgm:prSet presAssocID="{8C332951-058B-4AD4-8545-00FE098F303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CADAAF5-C604-48D4-AA56-00CCB8F18C3F}" type="pres">
      <dgm:prSet presAssocID="{8C332951-058B-4AD4-8545-00FE098F3036}" presName="spaceRect" presStyleCnt="0"/>
      <dgm:spPr/>
    </dgm:pt>
    <dgm:pt modelId="{58FCF372-1E1A-4DD1-A8F5-104C880607C9}" type="pres">
      <dgm:prSet presAssocID="{8C332951-058B-4AD4-8545-00FE098F303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7155205-680C-4E87-81EC-63ACCE696C70}" type="presOf" srcId="{8C332951-058B-4AD4-8545-00FE098F3036}" destId="{58FCF372-1E1A-4DD1-A8F5-104C880607C9}" srcOrd="0" destOrd="0" presId="urn:microsoft.com/office/officeart/2018/2/layout/IconVerticalSolidList"/>
    <dgm:cxn modelId="{183B8309-668A-4E65-9987-E03C44F3D0B5}" type="presOf" srcId="{48F86368-25EC-4203-B1BB-F3527FE85FCF}" destId="{47954943-B8C2-467E-8943-7930722D2619}" srcOrd="0" destOrd="0" presId="urn:microsoft.com/office/officeart/2018/2/layout/IconVerticalSolidList"/>
    <dgm:cxn modelId="{B68B8B3D-A373-4307-ABC2-9161C34020B6}" srcId="{E2BD0E1C-236F-4F8E-B918-8848A20CD79D}" destId="{8C332951-058B-4AD4-8545-00FE098F3036}" srcOrd="4" destOrd="0" parTransId="{89735725-108B-47D5-AFD0-05316A6A320F}" sibTransId="{375115A1-1147-481D-8DF0-42A1E8FEDEB7}"/>
    <dgm:cxn modelId="{82C24A4A-BDAD-433E-8089-0AFA50060B63}" type="presOf" srcId="{E0C68C40-5EDE-43E2-BECE-B7554B249DD3}" destId="{693AD7A3-8C5E-4A23-9B5D-9F1C66E34BDE}" srcOrd="0" destOrd="0" presId="urn:microsoft.com/office/officeart/2018/2/layout/IconVerticalSolidList"/>
    <dgm:cxn modelId="{331C5957-CCCA-4EF7-8F6F-A47B8F3A81EE}" srcId="{E2BD0E1C-236F-4F8E-B918-8848A20CD79D}" destId="{48F86368-25EC-4203-B1BB-F3527FE85FCF}" srcOrd="2" destOrd="0" parTransId="{EB4CC83B-E5F2-49B2-9F12-EBEED149FC27}" sibTransId="{A22BD8D2-15A3-4E8C-AB18-46ED2F31C41E}"/>
    <dgm:cxn modelId="{6A3D9D8B-7401-4147-BE3D-0396EB077A27}" srcId="{E2BD0E1C-236F-4F8E-B918-8848A20CD79D}" destId="{9B68C32C-AA3C-4707-87F7-182281C7C14B}" srcOrd="3" destOrd="0" parTransId="{3452E215-F3B4-4FE8-9B28-5674E81E647F}" sibTransId="{D58EDD52-0454-4C4E-858E-0FC3639D515B}"/>
    <dgm:cxn modelId="{BB74B791-B430-4F26-BCD8-A03E1E191E92}" type="presOf" srcId="{2D9A8B82-2891-4FE8-86A8-82D073136239}" destId="{EE761A48-CA0A-4AA4-8114-AC926610D976}" srcOrd="0" destOrd="0" presId="urn:microsoft.com/office/officeart/2018/2/layout/IconVerticalSolidList"/>
    <dgm:cxn modelId="{7A53BB9C-C1D4-4BD9-B2F4-2C780FAEB7AE}" srcId="{E2BD0E1C-236F-4F8E-B918-8848A20CD79D}" destId="{2D9A8B82-2891-4FE8-86A8-82D073136239}" srcOrd="0" destOrd="0" parTransId="{E445F64A-8756-4D0B-8FCE-3CBAE0324BCF}" sibTransId="{3AC17C57-F1BB-47D3-8612-99B7E7C068DF}"/>
    <dgm:cxn modelId="{33748CA4-2EA3-4FD8-9D0A-E1AF3D0C95F8}" srcId="{E2BD0E1C-236F-4F8E-B918-8848A20CD79D}" destId="{E0C68C40-5EDE-43E2-BECE-B7554B249DD3}" srcOrd="1" destOrd="0" parTransId="{6B3E7ECC-FA3F-4D2D-B8AE-03716A8ACD2E}" sibTransId="{33C4D868-489B-4204-8AA6-91099AD4AC52}"/>
    <dgm:cxn modelId="{FEDF9CB0-5B9B-4E34-89B5-D9510CCBCC96}" type="presOf" srcId="{9B68C32C-AA3C-4707-87F7-182281C7C14B}" destId="{B0A590DF-A3D1-4DD3-B308-9C7F39348DC4}" srcOrd="0" destOrd="0" presId="urn:microsoft.com/office/officeart/2018/2/layout/IconVerticalSolidList"/>
    <dgm:cxn modelId="{9E50DEEC-C53B-4237-B1D7-39BE910CCD8A}" type="presOf" srcId="{E2BD0E1C-236F-4F8E-B918-8848A20CD79D}" destId="{0E20E543-11A2-45ED-BEDF-EC8FE0A66461}" srcOrd="0" destOrd="0" presId="urn:microsoft.com/office/officeart/2018/2/layout/IconVerticalSolidList"/>
    <dgm:cxn modelId="{AF665906-2829-4485-BD34-B741FE723F89}" type="presParOf" srcId="{0E20E543-11A2-45ED-BEDF-EC8FE0A66461}" destId="{E091714D-5B54-460E-9F58-E735EB03C77C}" srcOrd="0" destOrd="0" presId="urn:microsoft.com/office/officeart/2018/2/layout/IconVerticalSolidList"/>
    <dgm:cxn modelId="{65C5F155-E2C0-43B3-BB96-A780B9291FB9}" type="presParOf" srcId="{E091714D-5B54-460E-9F58-E735EB03C77C}" destId="{0B930652-25FF-4A38-9D88-C5C1CF3EDBD6}" srcOrd="0" destOrd="0" presId="urn:microsoft.com/office/officeart/2018/2/layout/IconVerticalSolidList"/>
    <dgm:cxn modelId="{61C4EA4E-B856-4ACB-AEF8-C84F3F0C3973}" type="presParOf" srcId="{E091714D-5B54-460E-9F58-E735EB03C77C}" destId="{447A6E1D-AB51-4638-A8BA-35F6A97A6376}" srcOrd="1" destOrd="0" presId="urn:microsoft.com/office/officeart/2018/2/layout/IconVerticalSolidList"/>
    <dgm:cxn modelId="{56913165-BB36-4D7A-BA4C-10834EF1115F}" type="presParOf" srcId="{E091714D-5B54-460E-9F58-E735EB03C77C}" destId="{5A8988F8-6FFC-473F-B2AC-E6833F77F78E}" srcOrd="2" destOrd="0" presId="urn:microsoft.com/office/officeart/2018/2/layout/IconVerticalSolidList"/>
    <dgm:cxn modelId="{8FEA4E4F-4BD5-4483-BCDE-09292C3416B7}" type="presParOf" srcId="{E091714D-5B54-460E-9F58-E735EB03C77C}" destId="{EE761A48-CA0A-4AA4-8114-AC926610D976}" srcOrd="3" destOrd="0" presId="urn:microsoft.com/office/officeart/2018/2/layout/IconVerticalSolidList"/>
    <dgm:cxn modelId="{421BDC39-CA9D-407C-AD95-14028FBB54E7}" type="presParOf" srcId="{0E20E543-11A2-45ED-BEDF-EC8FE0A66461}" destId="{1669971C-B80C-4F51-A2CE-F2BF7B2A6005}" srcOrd="1" destOrd="0" presId="urn:microsoft.com/office/officeart/2018/2/layout/IconVerticalSolidList"/>
    <dgm:cxn modelId="{8AB5C7EB-75E6-4FE8-8032-9BC1CFAAE9EC}" type="presParOf" srcId="{0E20E543-11A2-45ED-BEDF-EC8FE0A66461}" destId="{387EB5BD-D434-4D04-8F0F-33EF0C532965}" srcOrd="2" destOrd="0" presId="urn:microsoft.com/office/officeart/2018/2/layout/IconVerticalSolidList"/>
    <dgm:cxn modelId="{68143AC1-C5B4-4BE2-9877-3E754BBF9525}" type="presParOf" srcId="{387EB5BD-D434-4D04-8F0F-33EF0C532965}" destId="{83778881-3F9E-4302-A700-38B2951777BC}" srcOrd="0" destOrd="0" presId="urn:microsoft.com/office/officeart/2018/2/layout/IconVerticalSolidList"/>
    <dgm:cxn modelId="{F800B3FD-475A-4219-8D5F-C0FD2C72C920}" type="presParOf" srcId="{387EB5BD-D434-4D04-8F0F-33EF0C532965}" destId="{6F12FD43-E686-4EB8-9BD7-F88BF4F1F1CE}" srcOrd="1" destOrd="0" presId="urn:microsoft.com/office/officeart/2018/2/layout/IconVerticalSolidList"/>
    <dgm:cxn modelId="{6AE33090-D9D5-4CBF-836F-885C5562D0AE}" type="presParOf" srcId="{387EB5BD-D434-4D04-8F0F-33EF0C532965}" destId="{7C2CB578-444B-4674-8536-F05ADB411409}" srcOrd="2" destOrd="0" presId="urn:microsoft.com/office/officeart/2018/2/layout/IconVerticalSolidList"/>
    <dgm:cxn modelId="{1F15473F-66EB-4B44-8745-0009D8E771E7}" type="presParOf" srcId="{387EB5BD-D434-4D04-8F0F-33EF0C532965}" destId="{693AD7A3-8C5E-4A23-9B5D-9F1C66E34BDE}" srcOrd="3" destOrd="0" presId="urn:microsoft.com/office/officeart/2018/2/layout/IconVerticalSolidList"/>
    <dgm:cxn modelId="{E6FECFE2-83D6-4B26-9204-D31692F9E9E6}" type="presParOf" srcId="{0E20E543-11A2-45ED-BEDF-EC8FE0A66461}" destId="{346F13A5-844A-40B5-8268-FADFC1A61338}" srcOrd="3" destOrd="0" presId="urn:microsoft.com/office/officeart/2018/2/layout/IconVerticalSolidList"/>
    <dgm:cxn modelId="{21BBC246-3D29-4541-A078-5D865F20559F}" type="presParOf" srcId="{0E20E543-11A2-45ED-BEDF-EC8FE0A66461}" destId="{C022AA6B-A905-45BC-B281-C4BB40D89EBD}" srcOrd="4" destOrd="0" presId="urn:microsoft.com/office/officeart/2018/2/layout/IconVerticalSolidList"/>
    <dgm:cxn modelId="{53C4AD79-219E-468D-9908-C6CEADC43B04}" type="presParOf" srcId="{C022AA6B-A905-45BC-B281-C4BB40D89EBD}" destId="{FF689B0B-8FDD-4B82-91EC-A268C2EA4262}" srcOrd="0" destOrd="0" presId="urn:microsoft.com/office/officeart/2018/2/layout/IconVerticalSolidList"/>
    <dgm:cxn modelId="{63C7C58C-73B3-440C-9DE7-B30420598616}" type="presParOf" srcId="{C022AA6B-A905-45BC-B281-C4BB40D89EBD}" destId="{9D8B8DB8-F55A-4B60-A441-68024B75FF2D}" srcOrd="1" destOrd="0" presId="urn:microsoft.com/office/officeart/2018/2/layout/IconVerticalSolidList"/>
    <dgm:cxn modelId="{C866C804-01E9-4F73-B034-C9427DC7D0FE}" type="presParOf" srcId="{C022AA6B-A905-45BC-B281-C4BB40D89EBD}" destId="{43EEB872-1949-4EE0-9CAF-B4B8086B7B33}" srcOrd="2" destOrd="0" presId="urn:microsoft.com/office/officeart/2018/2/layout/IconVerticalSolidList"/>
    <dgm:cxn modelId="{3C32C4BF-A81F-4B44-86EE-50AA773A6AC4}" type="presParOf" srcId="{C022AA6B-A905-45BC-B281-C4BB40D89EBD}" destId="{47954943-B8C2-467E-8943-7930722D2619}" srcOrd="3" destOrd="0" presId="urn:microsoft.com/office/officeart/2018/2/layout/IconVerticalSolidList"/>
    <dgm:cxn modelId="{7CBF0D43-AAFE-4B1A-834B-8C2BA4D38E57}" type="presParOf" srcId="{0E20E543-11A2-45ED-BEDF-EC8FE0A66461}" destId="{19AF866C-C6C7-4955-974E-D2BDC9D15DAC}" srcOrd="5" destOrd="0" presId="urn:microsoft.com/office/officeart/2018/2/layout/IconVerticalSolidList"/>
    <dgm:cxn modelId="{F9C24CCF-DEB8-4C35-82F3-2F3523DC7CFE}" type="presParOf" srcId="{0E20E543-11A2-45ED-BEDF-EC8FE0A66461}" destId="{DCBE2A6F-970F-4220-9652-70AEE432A713}" srcOrd="6" destOrd="0" presId="urn:microsoft.com/office/officeart/2018/2/layout/IconVerticalSolidList"/>
    <dgm:cxn modelId="{76F98AC6-5470-418D-B451-4A3A9B01F44A}" type="presParOf" srcId="{DCBE2A6F-970F-4220-9652-70AEE432A713}" destId="{CFEB8B64-9ACA-4C4A-A52D-EB0C3FC28A41}" srcOrd="0" destOrd="0" presId="urn:microsoft.com/office/officeart/2018/2/layout/IconVerticalSolidList"/>
    <dgm:cxn modelId="{48225F4B-A58E-40A5-8E1B-CC315891B15E}" type="presParOf" srcId="{DCBE2A6F-970F-4220-9652-70AEE432A713}" destId="{B94C4075-61AA-4050-ABA7-BEAF15392AB7}" srcOrd="1" destOrd="0" presId="urn:microsoft.com/office/officeart/2018/2/layout/IconVerticalSolidList"/>
    <dgm:cxn modelId="{300D0382-3E8E-44E3-86B2-66359E2C9229}" type="presParOf" srcId="{DCBE2A6F-970F-4220-9652-70AEE432A713}" destId="{9EE8A3C4-C2C6-44AB-BBB9-7F2D986F8228}" srcOrd="2" destOrd="0" presId="urn:microsoft.com/office/officeart/2018/2/layout/IconVerticalSolidList"/>
    <dgm:cxn modelId="{03DF0477-6EE5-41F9-9A91-7E19E74A5EA5}" type="presParOf" srcId="{DCBE2A6F-970F-4220-9652-70AEE432A713}" destId="{B0A590DF-A3D1-4DD3-B308-9C7F39348DC4}" srcOrd="3" destOrd="0" presId="urn:microsoft.com/office/officeart/2018/2/layout/IconVerticalSolidList"/>
    <dgm:cxn modelId="{82FA16AA-6F69-43C9-B8EB-ADEE032B430F}" type="presParOf" srcId="{0E20E543-11A2-45ED-BEDF-EC8FE0A66461}" destId="{638854E0-33E1-44C1-8A1E-DE9CA563D050}" srcOrd="7" destOrd="0" presId="urn:microsoft.com/office/officeart/2018/2/layout/IconVerticalSolidList"/>
    <dgm:cxn modelId="{BBFE9BE7-1769-43E6-BBEF-A9102EE15D69}" type="presParOf" srcId="{0E20E543-11A2-45ED-BEDF-EC8FE0A66461}" destId="{830070D6-2E82-4585-953B-D33EDA2F8854}" srcOrd="8" destOrd="0" presId="urn:microsoft.com/office/officeart/2018/2/layout/IconVerticalSolidList"/>
    <dgm:cxn modelId="{45CDCC6D-47E0-4479-BFA5-2A7D4B13C0A9}" type="presParOf" srcId="{830070D6-2E82-4585-953B-D33EDA2F8854}" destId="{79A6C202-C091-454D-9036-4174D769F031}" srcOrd="0" destOrd="0" presId="urn:microsoft.com/office/officeart/2018/2/layout/IconVerticalSolidList"/>
    <dgm:cxn modelId="{127E3489-3328-4E3D-A24D-A821FD07B38E}" type="presParOf" srcId="{830070D6-2E82-4585-953B-D33EDA2F8854}" destId="{FB258ED1-1E13-4165-9459-1B6002D14F2C}" srcOrd="1" destOrd="0" presId="urn:microsoft.com/office/officeart/2018/2/layout/IconVerticalSolidList"/>
    <dgm:cxn modelId="{88D3BAF2-D88E-4151-A8A4-F41E0E4BBD0D}" type="presParOf" srcId="{830070D6-2E82-4585-953B-D33EDA2F8854}" destId="{4CADAAF5-C604-48D4-AA56-00CCB8F18C3F}" srcOrd="2" destOrd="0" presId="urn:microsoft.com/office/officeart/2018/2/layout/IconVerticalSolidList"/>
    <dgm:cxn modelId="{8B88CA7E-9845-4B67-A703-CB538F0A390A}" type="presParOf" srcId="{830070D6-2E82-4585-953B-D33EDA2F8854}" destId="{58FCF372-1E1A-4DD1-A8F5-104C880607C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59ECCD-1048-40DE-A20D-6A1F208926B1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FBB360D-49B9-45CF-AFE3-BED7F2ECAB5C}">
      <dgm:prSet/>
      <dgm:spPr/>
      <dgm:t>
        <a:bodyPr/>
        <a:lstStyle/>
        <a:p>
          <a:pPr>
            <a:defRPr b="1"/>
          </a:pPr>
          <a:r>
            <a:rPr lang="en-GB"/>
            <a:t>Without Git:</a:t>
          </a:r>
          <a:endParaRPr lang="en-US"/>
        </a:p>
      </dgm:t>
    </dgm:pt>
    <dgm:pt modelId="{77A427EE-98DD-4764-941D-A36D13678592}" type="parTrans" cxnId="{7DB3B6E3-AE98-47F7-9485-645308F7DE96}">
      <dgm:prSet/>
      <dgm:spPr/>
      <dgm:t>
        <a:bodyPr/>
        <a:lstStyle/>
        <a:p>
          <a:endParaRPr lang="en-US"/>
        </a:p>
      </dgm:t>
    </dgm:pt>
    <dgm:pt modelId="{0B34BD2B-505E-4B9D-A2E5-20DFB16C014E}" type="sibTrans" cxnId="{7DB3B6E3-AE98-47F7-9485-645308F7DE96}">
      <dgm:prSet/>
      <dgm:spPr/>
      <dgm:t>
        <a:bodyPr/>
        <a:lstStyle/>
        <a:p>
          <a:endParaRPr lang="en-US"/>
        </a:p>
      </dgm:t>
    </dgm:pt>
    <dgm:pt modelId="{A752DFC3-2816-423D-9879-6D0E98FB8A0A}">
      <dgm:prSet/>
      <dgm:spPr/>
      <dgm:t>
        <a:bodyPr/>
        <a:lstStyle/>
        <a:p>
          <a:r>
            <a:rPr lang="en-GB"/>
            <a:t>You might overwrite files</a:t>
          </a:r>
          <a:endParaRPr lang="en-US"/>
        </a:p>
      </dgm:t>
    </dgm:pt>
    <dgm:pt modelId="{E9841984-D194-4639-9B93-B02E81154156}" type="parTrans" cxnId="{854F10D2-8F5C-4EE3-B448-5E8EED757C21}">
      <dgm:prSet/>
      <dgm:spPr/>
      <dgm:t>
        <a:bodyPr/>
        <a:lstStyle/>
        <a:p>
          <a:endParaRPr lang="en-US"/>
        </a:p>
      </dgm:t>
    </dgm:pt>
    <dgm:pt modelId="{FA3FE1C7-EB43-4027-AF16-13FF7099E350}" type="sibTrans" cxnId="{854F10D2-8F5C-4EE3-B448-5E8EED757C21}">
      <dgm:prSet/>
      <dgm:spPr/>
      <dgm:t>
        <a:bodyPr/>
        <a:lstStyle/>
        <a:p>
          <a:endParaRPr lang="en-US"/>
        </a:p>
      </dgm:t>
    </dgm:pt>
    <dgm:pt modelId="{04962F3A-DE1A-4FA9-8C92-34E629896504}">
      <dgm:prSet/>
      <dgm:spPr/>
      <dgm:t>
        <a:bodyPr/>
        <a:lstStyle/>
        <a:p>
          <a:r>
            <a:rPr lang="en-GB"/>
            <a:t>You lose old versions</a:t>
          </a:r>
          <a:endParaRPr lang="en-US"/>
        </a:p>
      </dgm:t>
    </dgm:pt>
    <dgm:pt modelId="{D8E82152-5083-4A9B-B7A4-19CD26510B43}" type="parTrans" cxnId="{79FA701B-C03B-4C37-838C-615C8A1D2935}">
      <dgm:prSet/>
      <dgm:spPr/>
      <dgm:t>
        <a:bodyPr/>
        <a:lstStyle/>
        <a:p>
          <a:endParaRPr lang="en-US"/>
        </a:p>
      </dgm:t>
    </dgm:pt>
    <dgm:pt modelId="{EE6B8EB2-3B8F-4CF8-B2BA-40762FEEC1B6}" type="sibTrans" cxnId="{79FA701B-C03B-4C37-838C-615C8A1D2935}">
      <dgm:prSet/>
      <dgm:spPr/>
      <dgm:t>
        <a:bodyPr/>
        <a:lstStyle/>
        <a:p>
          <a:endParaRPr lang="en-US"/>
        </a:p>
      </dgm:t>
    </dgm:pt>
    <dgm:pt modelId="{29A7FF35-B27E-4963-9D4C-0E48D30A0300}">
      <dgm:prSet/>
      <dgm:spPr/>
      <dgm:t>
        <a:bodyPr/>
        <a:lstStyle/>
        <a:p>
          <a:r>
            <a:rPr lang="en-GB"/>
            <a:t>Teamwork becomes messy </a:t>
          </a:r>
          <a:endParaRPr lang="en-US"/>
        </a:p>
      </dgm:t>
    </dgm:pt>
    <dgm:pt modelId="{065D9CD1-D6B3-4B97-8A7C-18FFC39B7746}" type="parTrans" cxnId="{551695C1-900B-4795-AB8B-FD9244B42A75}">
      <dgm:prSet/>
      <dgm:spPr/>
      <dgm:t>
        <a:bodyPr/>
        <a:lstStyle/>
        <a:p>
          <a:endParaRPr lang="en-US"/>
        </a:p>
      </dgm:t>
    </dgm:pt>
    <dgm:pt modelId="{3C503B43-EBB6-430D-B1A1-674BA1DE9803}" type="sibTrans" cxnId="{551695C1-900B-4795-AB8B-FD9244B42A75}">
      <dgm:prSet/>
      <dgm:spPr/>
      <dgm:t>
        <a:bodyPr/>
        <a:lstStyle/>
        <a:p>
          <a:endParaRPr lang="en-US"/>
        </a:p>
      </dgm:t>
    </dgm:pt>
    <dgm:pt modelId="{BEC9B4C4-5AEC-44B5-A32D-FB85535B60A2}">
      <dgm:prSet/>
      <dgm:spPr/>
      <dgm:t>
        <a:bodyPr/>
        <a:lstStyle/>
        <a:p>
          <a:pPr>
            <a:defRPr b="1"/>
          </a:pPr>
          <a:r>
            <a:rPr lang="en-GB"/>
            <a:t>With Git:</a:t>
          </a:r>
          <a:endParaRPr lang="en-US"/>
        </a:p>
      </dgm:t>
    </dgm:pt>
    <dgm:pt modelId="{638E35BE-21FB-4371-B6DF-769A0843E4FC}" type="parTrans" cxnId="{CEECDF32-3641-428E-888B-A4402A490E1F}">
      <dgm:prSet/>
      <dgm:spPr/>
      <dgm:t>
        <a:bodyPr/>
        <a:lstStyle/>
        <a:p>
          <a:endParaRPr lang="en-US"/>
        </a:p>
      </dgm:t>
    </dgm:pt>
    <dgm:pt modelId="{4CD61406-9996-4C45-946C-4DD1372E7F82}" type="sibTrans" cxnId="{CEECDF32-3641-428E-888B-A4402A490E1F}">
      <dgm:prSet/>
      <dgm:spPr/>
      <dgm:t>
        <a:bodyPr/>
        <a:lstStyle/>
        <a:p>
          <a:endParaRPr lang="en-US"/>
        </a:p>
      </dgm:t>
    </dgm:pt>
    <dgm:pt modelId="{9608F215-C10C-4E4B-A06E-028F216A4EB0}">
      <dgm:prSet/>
      <dgm:spPr/>
      <dgm:t>
        <a:bodyPr/>
        <a:lstStyle/>
        <a:p>
          <a:r>
            <a:rPr lang="en-GB"/>
            <a:t>Every change is saved</a:t>
          </a:r>
          <a:endParaRPr lang="en-US"/>
        </a:p>
      </dgm:t>
    </dgm:pt>
    <dgm:pt modelId="{B4A0180A-059E-4D98-9F96-3D60DF684AB7}" type="parTrans" cxnId="{E1F968F6-A725-42A7-971D-2E73B5A59AEE}">
      <dgm:prSet/>
      <dgm:spPr/>
      <dgm:t>
        <a:bodyPr/>
        <a:lstStyle/>
        <a:p>
          <a:endParaRPr lang="en-US"/>
        </a:p>
      </dgm:t>
    </dgm:pt>
    <dgm:pt modelId="{446CD425-BB64-40FD-9E5B-063C22854D08}" type="sibTrans" cxnId="{E1F968F6-A725-42A7-971D-2E73B5A59AEE}">
      <dgm:prSet/>
      <dgm:spPr/>
      <dgm:t>
        <a:bodyPr/>
        <a:lstStyle/>
        <a:p>
          <a:endParaRPr lang="en-US"/>
        </a:p>
      </dgm:t>
    </dgm:pt>
    <dgm:pt modelId="{B6273905-D82E-441C-AB25-D91C64863B5C}">
      <dgm:prSet/>
      <dgm:spPr/>
      <dgm:t>
        <a:bodyPr/>
        <a:lstStyle/>
        <a:p>
          <a:r>
            <a:rPr lang="en-GB"/>
            <a:t>Mistakes are reversible</a:t>
          </a:r>
          <a:endParaRPr lang="en-US"/>
        </a:p>
      </dgm:t>
    </dgm:pt>
    <dgm:pt modelId="{D5640967-0455-4F5D-8267-E7C093FD4291}" type="parTrans" cxnId="{8372CCA7-2DED-4937-BD19-88687EAFC8B0}">
      <dgm:prSet/>
      <dgm:spPr/>
      <dgm:t>
        <a:bodyPr/>
        <a:lstStyle/>
        <a:p>
          <a:endParaRPr lang="en-US"/>
        </a:p>
      </dgm:t>
    </dgm:pt>
    <dgm:pt modelId="{563BCD6C-04BD-4779-8C0C-044A5F3BC51B}" type="sibTrans" cxnId="{8372CCA7-2DED-4937-BD19-88687EAFC8B0}">
      <dgm:prSet/>
      <dgm:spPr/>
      <dgm:t>
        <a:bodyPr/>
        <a:lstStyle/>
        <a:p>
          <a:endParaRPr lang="en-US"/>
        </a:p>
      </dgm:t>
    </dgm:pt>
    <dgm:pt modelId="{F42FF5E0-7041-42F1-B487-F4C6944E2044}">
      <dgm:prSet/>
      <dgm:spPr/>
      <dgm:t>
        <a:bodyPr/>
        <a:lstStyle/>
        <a:p>
          <a:r>
            <a:rPr lang="en-GB"/>
            <a:t>Multiple people can work together smoothly</a:t>
          </a:r>
          <a:endParaRPr lang="en-US"/>
        </a:p>
      </dgm:t>
    </dgm:pt>
    <dgm:pt modelId="{63048CC8-7D2B-4FD2-B260-EF151DA81AF5}" type="parTrans" cxnId="{A3CCB96E-64B0-4409-BF3B-516A04069E4A}">
      <dgm:prSet/>
      <dgm:spPr/>
      <dgm:t>
        <a:bodyPr/>
        <a:lstStyle/>
        <a:p>
          <a:endParaRPr lang="en-US"/>
        </a:p>
      </dgm:t>
    </dgm:pt>
    <dgm:pt modelId="{6100FF31-D36C-46D2-8824-DDFE9F97FDBC}" type="sibTrans" cxnId="{A3CCB96E-64B0-4409-BF3B-516A04069E4A}">
      <dgm:prSet/>
      <dgm:spPr/>
      <dgm:t>
        <a:bodyPr/>
        <a:lstStyle/>
        <a:p>
          <a:endParaRPr lang="en-US"/>
        </a:p>
      </dgm:t>
    </dgm:pt>
    <dgm:pt modelId="{C69C07EB-A3C9-48F7-ABB8-7017E88818BA}" type="pres">
      <dgm:prSet presAssocID="{8A59ECCD-1048-40DE-A20D-6A1F208926B1}" presName="root" presStyleCnt="0">
        <dgm:presLayoutVars>
          <dgm:dir/>
          <dgm:resizeHandles val="exact"/>
        </dgm:presLayoutVars>
      </dgm:prSet>
      <dgm:spPr/>
    </dgm:pt>
    <dgm:pt modelId="{DF6051AD-ADBF-4770-8894-03012052EDD9}" type="pres">
      <dgm:prSet presAssocID="{CFBB360D-49B9-45CF-AFE3-BED7F2ECAB5C}" presName="compNode" presStyleCnt="0"/>
      <dgm:spPr/>
    </dgm:pt>
    <dgm:pt modelId="{BA5DD64E-A5F0-48E0-819F-D25D2FF53203}" type="pres">
      <dgm:prSet presAssocID="{CFBB360D-49B9-45CF-AFE3-BED7F2ECAB5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B72AA5F0-EE4D-4707-943A-D6EE5333AC57}" type="pres">
      <dgm:prSet presAssocID="{CFBB360D-49B9-45CF-AFE3-BED7F2ECAB5C}" presName="iconSpace" presStyleCnt="0"/>
      <dgm:spPr/>
    </dgm:pt>
    <dgm:pt modelId="{0DF1B595-4250-4725-8286-C987195CADA2}" type="pres">
      <dgm:prSet presAssocID="{CFBB360D-49B9-45CF-AFE3-BED7F2ECAB5C}" presName="parTx" presStyleLbl="revTx" presStyleIdx="0" presStyleCnt="4">
        <dgm:presLayoutVars>
          <dgm:chMax val="0"/>
          <dgm:chPref val="0"/>
        </dgm:presLayoutVars>
      </dgm:prSet>
      <dgm:spPr/>
    </dgm:pt>
    <dgm:pt modelId="{C5D06011-23B4-48AA-9388-0162A883E1B8}" type="pres">
      <dgm:prSet presAssocID="{CFBB360D-49B9-45CF-AFE3-BED7F2ECAB5C}" presName="txSpace" presStyleCnt="0"/>
      <dgm:spPr/>
    </dgm:pt>
    <dgm:pt modelId="{0A231773-DAE2-4CFA-8CC2-9F878CD075DB}" type="pres">
      <dgm:prSet presAssocID="{CFBB360D-49B9-45CF-AFE3-BED7F2ECAB5C}" presName="desTx" presStyleLbl="revTx" presStyleIdx="1" presStyleCnt="4">
        <dgm:presLayoutVars/>
      </dgm:prSet>
      <dgm:spPr/>
    </dgm:pt>
    <dgm:pt modelId="{A1A4FE8D-7B36-4FDD-AA58-3BDE031024B0}" type="pres">
      <dgm:prSet presAssocID="{0B34BD2B-505E-4B9D-A2E5-20DFB16C014E}" presName="sibTrans" presStyleCnt="0"/>
      <dgm:spPr/>
    </dgm:pt>
    <dgm:pt modelId="{24FF4AB9-5443-4427-88C1-0EFE57AA4FD1}" type="pres">
      <dgm:prSet presAssocID="{BEC9B4C4-5AEC-44B5-A32D-FB85535B60A2}" presName="compNode" presStyleCnt="0"/>
      <dgm:spPr/>
    </dgm:pt>
    <dgm:pt modelId="{EFD78BA3-0DCE-499F-8F54-C38F66DD87D1}" type="pres">
      <dgm:prSet presAssocID="{BEC9B4C4-5AEC-44B5-A32D-FB85535B60A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24228E4-44A5-4FC0-9766-065C0F22802C}" type="pres">
      <dgm:prSet presAssocID="{BEC9B4C4-5AEC-44B5-A32D-FB85535B60A2}" presName="iconSpace" presStyleCnt="0"/>
      <dgm:spPr/>
    </dgm:pt>
    <dgm:pt modelId="{19BCD24A-EC77-4A59-909F-D00B3111848F}" type="pres">
      <dgm:prSet presAssocID="{BEC9B4C4-5AEC-44B5-A32D-FB85535B60A2}" presName="parTx" presStyleLbl="revTx" presStyleIdx="2" presStyleCnt="4">
        <dgm:presLayoutVars>
          <dgm:chMax val="0"/>
          <dgm:chPref val="0"/>
        </dgm:presLayoutVars>
      </dgm:prSet>
      <dgm:spPr/>
    </dgm:pt>
    <dgm:pt modelId="{4602EA95-D5A1-456B-825E-E1EB5365E34F}" type="pres">
      <dgm:prSet presAssocID="{BEC9B4C4-5AEC-44B5-A32D-FB85535B60A2}" presName="txSpace" presStyleCnt="0"/>
      <dgm:spPr/>
    </dgm:pt>
    <dgm:pt modelId="{A0875B41-626E-412C-B660-4FCC267AF795}" type="pres">
      <dgm:prSet presAssocID="{BEC9B4C4-5AEC-44B5-A32D-FB85535B60A2}" presName="desTx" presStyleLbl="revTx" presStyleIdx="3" presStyleCnt="4">
        <dgm:presLayoutVars/>
      </dgm:prSet>
      <dgm:spPr/>
    </dgm:pt>
  </dgm:ptLst>
  <dgm:cxnLst>
    <dgm:cxn modelId="{79FA701B-C03B-4C37-838C-615C8A1D2935}" srcId="{CFBB360D-49B9-45CF-AFE3-BED7F2ECAB5C}" destId="{04962F3A-DE1A-4FA9-8C92-34E629896504}" srcOrd="1" destOrd="0" parTransId="{D8E82152-5083-4A9B-B7A4-19CD26510B43}" sibTransId="{EE6B8EB2-3B8F-4CF8-B2BA-40762FEEC1B6}"/>
    <dgm:cxn modelId="{CEECDF32-3641-428E-888B-A4402A490E1F}" srcId="{8A59ECCD-1048-40DE-A20D-6A1F208926B1}" destId="{BEC9B4C4-5AEC-44B5-A32D-FB85535B60A2}" srcOrd="1" destOrd="0" parTransId="{638E35BE-21FB-4371-B6DF-769A0843E4FC}" sibTransId="{4CD61406-9996-4C45-946C-4DD1372E7F82}"/>
    <dgm:cxn modelId="{A3CCB96E-64B0-4409-BF3B-516A04069E4A}" srcId="{BEC9B4C4-5AEC-44B5-A32D-FB85535B60A2}" destId="{F42FF5E0-7041-42F1-B487-F4C6944E2044}" srcOrd="2" destOrd="0" parTransId="{63048CC8-7D2B-4FD2-B260-EF151DA81AF5}" sibTransId="{6100FF31-D36C-46D2-8824-DDFE9F97FDBC}"/>
    <dgm:cxn modelId="{85DD6C80-5FA8-4C03-9A07-25E921F18BFA}" type="presOf" srcId="{B6273905-D82E-441C-AB25-D91C64863B5C}" destId="{A0875B41-626E-412C-B660-4FCC267AF795}" srcOrd="0" destOrd="1" presId="urn:microsoft.com/office/officeart/2018/5/layout/CenteredIconLabelDescriptionList"/>
    <dgm:cxn modelId="{D5181E85-7F7D-4D10-B1E5-E455169CC1E7}" type="presOf" srcId="{F42FF5E0-7041-42F1-B487-F4C6944E2044}" destId="{A0875B41-626E-412C-B660-4FCC267AF795}" srcOrd="0" destOrd="2" presId="urn:microsoft.com/office/officeart/2018/5/layout/CenteredIconLabelDescriptionList"/>
    <dgm:cxn modelId="{3E94788B-A263-4B45-9CA2-CC975C9BD857}" type="presOf" srcId="{A752DFC3-2816-423D-9879-6D0E98FB8A0A}" destId="{0A231773-DAE2-4CFA-8CC2-9F878CD075DB}" srcOrd="0" destOrd="0" presId="urn:microsoft.com/office/officeart/2018/5/layout/CenteredIconLabelDescriptionList"/>
    <dgm:cxn modelId="{8372CCA7-2DED-4937-BD19-88687EAFC8B0}" srcId="{BEC9B4C4-5AEC-44B5-A32D-FB85535B60A2}" destId="{B6273905-D82E-441C-AB25-D91C64863B5C}" srcOrd="1" destOrd="0" parTransId="{D5640967-0455-4F5D-8267-E7C093FD4291}" sibTransId="{563BCD6C-04BD-4779-8C0C-044A5F3BC51B}"/>
    <dgm:cxn modelId="{385688AB-26FB-4C4E-9976-8C308276F665}" type="presOf" srcId="{CFBB360D-49B9-45CF-AFE3-BED7F2ECAB5C}" destId="{0DF1B595-4250-4725-8286-C987195CADA2}" srcOrd="0" destOrd="0" presId="urn:microsoft.com/office/officeart/2018/5/layout/CenteredIconLabelDescriptionList"/>
    <dgm:cxn modelId="{551695C1-900B-4795-AB8B-FD9244B42A75}" srcId="{CFBB360D-49B9-45CF-AFE3-BED7F2ECAB5C}" destId="{29A7FF35-B27E-4963-9D4C-0E48D30A0300}" srcOrd="2" destOrd="0" parTransId="{065D9CD1-D6B3-4B97-8A7C-18FFC39B7746}" sibTransId="{3C503B43-EBB6-430D-B1A1-674BA1DE9803}"/>
    <dgm:cxn modelId="{820F99C5-25F1-4F6A-932A-8C9AAA3335E9}" type="presOf" srcId="{9608F215-C10C-4E4B-A06E-028F216A4EB0}" destId="{A0875B41-626E-412C-B660-4FCC267AF795}" srcOrd="0" destOrd="0" presId="urn:microsoft.com/office/officeart/2018/5/layout/CenteredIconLabelDescriptionList"/>
    <dgm:cxn modelId="{854F10D2-8F5C-4EE3-B448-5E8EED757C21}" srcId="{CFBB360D-49B9-45CF-AFE3-BED7F2ECAB5C}" destId="{A752DFC3-2816-423D-9879-6D0E98FB8A0A}" srcOrd="0" destOrd="0" parTransId="{E9841984-D194-4639-9B93-B02E81154156}" sibTransId="{FA3FE1C7-EB43-4027-AF16-13FF7099E350}"/>
    <dgm:cxn modelId="{298AADD8-FF26-43A7-A17F-D61AC050D39D}" type="presOf" srcId="{8A59ECCD-1048-40DE-A20D-6A1F208926B1}" destId="{C69C07EB-A3C9-48F7-ABB8-7017E88818BA}" srcOrd="0" destOrd="0" presId="urn:microsoft.com/office/officeart/2018/5/layout/CenteredIconLabelDescriptionList"/>
    <dgm:cxn modelId="{9AD2A8DA-90B1-4FB8-B8FE-9830CB05C7AA}" type="presOf" srcId="{04962F3A-DE1A-4FA9-8C92-34E629896504}" destId="{0A231773-DAE2-4CFA-8CC2-9F878CD075DB}" srcOrd="0" destOrd="1" presId="urn:microsoft.com/office/officeart/2018/5/layout/CenteredIconLabelDescriptionList"/>
    <dgm:cxn modelId="{7AFF0ADF-7769-4D92-8E9E-78B5591F7236}" type="presOf" srcId="{29A7FF35-B27E-4963-9D4C-0E48D30A0300}" destId="{0A231773-DAE2-4CFA-8CC2-9F878CD075DB}" srcOrd="0" destOrd="2" presId="urn:microsoft.com/office/officeart/2018/5/layout/CenteredIconLabelDescriptionList"/>
    <dgm:cxn modelId="{7DB3B6E3-AE98-47F7-9485-645308F7DE96}" srcId="{8A59ECCD-1048-40DE-A20D-6A1F208926B1}" destId="{CFBB360D-49B9-45CF-AFE3-BED7F2ECAB5C}" srcOrd="0" destOrd="0" parTransId="{77A427EE-98DD-4764-941D-A36D13678592}" sibTransId="{0B34BD2B-505E-4B9D-A2E5-20DFB16C014E}"/>
    <dgm:cxn modelId="{A4128EE9-BD13-49A4-A345-B1C14B0E9968}" type="presOf" srcId="{BEC9B4C4-5AEC-44B5-A32D-FB85535B60A2}" destId="{19BCD24A-EC77-4A59-909F-D00B3111848F}" srcOrd="0" destOrd="0" presId="urn:microsoft.com/office/officeart/2018/5/layout/CenteredIconLabelDescriptionList"/>
    <dgm:cxn modelId="{E1F968F6-A725-42A7-971D-2E73B5A59AEE}" srcId="{BEC9B4C4-5AEC-44B5-A32D-FB85535B60A2}" destId="{9608F215-C10C-4E4B-A06E-028F216A4EB0}" srcOrd="0" destOrd="0" parTransId="{B4A0180A-059E-4D98-9F96-3D60DF684AB7}" sibTransId="{446CD425-BB64-40FD-9E5B-063C22854D08}"/>
    <dgm:cxn modelId="{0705FF7E-5E9A-441B-BABD-A12A9DA1F9AE}" type="presParOf" srcId="{C69C07EB-A3C9-48F7-ABB8-7017E88818BA}" destId="{DF6051AD-ADBF-4770-8894-03012052EDD9}" srcOrd="0" destOrd="0" presId="urn:microsoft.com/office/officeart/2018/5/layout/CenteredIconLabelDescriptionList"/>
    <dgm:cxn modelId="{E0B456D1-2DBA-422C-8E24-908B352E88DB}" type="presParOf" srcId="{DF6051AD-ADBF-4770-8894-03012052EDD9}" destId="{BA5DD64E-A5F0-48E0-819F-D25D2FF53203}" srcOrd="0" destOrd="0" presId="urn:microsoft.com/office/officeart/2018/5/layout/CenteredIconLabelDescriptionList"/>
    <dgm:cxn modelId="{69979E31-DC2F-463E-8798-7B0911E124A2}" type="presParOf" srcId="{DF6051AD-ADBF-4770-8894-03012052EDD9}" destId="{B72AA5F0-EE4D-4707-943A-D6EE5333AC57}" srcOrd="1" destOrd="0" presId="urn:microsoft.com/office/officeart/2018/5/layout/CenteredIconLabelDescriptionList"/>
    <dgm:cxn modelId="{D13FC7B9-EBB2-4285-998C-C50EF592ABC7}" type="presParOf" srcId="{DF6051AD-ADBF-4770-8894-03012052EDD9}" destId="{0DF1B595-4250-4725-8286-C987195CADA2}" srcOrd="2" destOrd="0" presId="urn:microsoft.com/office/officeart/2018/5/layout/CenteredIconLabelDescriptionList"/>
    <dgm:cxn modelId="{EA218699-7444-4514-9A92-8B5745608043}" type="presParOf" srcId="{DF6051AD-ADBF-4770-8894-03012052EDD9}" destId="{C5D06011-23B4-48AA-9388-0162A883E1B8}" srcOrd="3" destOrd="0" presId="urn:microsoft.com/office/officeart/2018/5/layout/CenteredIconLabelDescriptionList"/>
    <dgm:cxn modelId="{9E89DCF8-2EF9-466E-BCA9-96E6CBA492AE}" type="presParOf" srcId="{DF6051AD-ADBF-4770-8894-03012052EDD9}" destId="{0A231773-DAE2-4CFA-8CC2-9F878CD075DB}" srcOrd="4" destOrd="0" presId="urn:microsoft.com/office/officeart/2018/5/layout/CenteredIconLabelDescriptionList"/>
    <dgm:cxn modelId="{46ACCC1F-2792-4421-9617-C427687A526B}" type="presParOf" srcId="{C69C07EB-A3C9-48F7-ABB8-7017E88818BA}" destId="{A1A4FE8D-7B36-4FDD-AA58-3BDE031024B0}" srcOrd="1" destOrd="0" presId="urn:microsoft.com/office/officeart/2018/5/layout/CenteredIconLabelDescriptionList"/>
    <dgm:cxn modelId="{5CA44FAE-88F0-495F-BDFA-81FA04F8E414}" type="presParOf" srcId="{C69C07EB-A3C9-48F7-ABB8-7017E88818BA}" destId="{24FF4AB9-5443-4427-88C1-0EFE57AA4FD1}" srcOrd="2" destOrd="0" presId="urn:microsoft.com/office/officeart/2018/5/layout/CenteredIconLabelDescriptionList"/>
    <dgm:cxn modelId="{1E2C84B1-C08B-4B69-9A1C-B46C2AAFE42F}" type="presParOf" srcId="{24FF4AB9-5443-4427-88C1-0EFE57AA4FD1}" destId="{EFD78BA3-0DCE-499F-8F54-C38F66DD87D1}" srcOrd="0" destOrd="0" presId="urn:microsoft.com/office/officeart/2018/5/layout/CenteredIconLabelDescriptionList"/>
    <dgm:cxn modelId="{FAA50C11-E01B-4C06-BF6A-BE1E9272AF46}" type="presParOf" srcId="{24FF4AB9-5443-4427-88C1-0EFE57AA4FD1}" destId="{F24228E4-44A5-4FC0-9766-065C0F22802C}" srcOrd="1" destOrd="0" presId="urn:microsoft.com/office/officeart/2018/5/layout/CenteredIconLabelDescriptionList"/>
    <dgm:cxn modelId="{A45EF1E9-912A-4DC0-9A9D-21F3F273C57A}" type="presParOf" srcId="{24FF4AB9-5443-4427-88C1-0EFE57AA4FD1}" destId="{19BCD24A-EC77-4A59-909F-D00B3111848F}" srcOrd="2" destOrd="0" presId="urn:microsoft.com/office/officeart/2018/5/layout/CenteredIconLabelDescriptionList"/>
    <dgm:cxn modelId="{9BAB9FD7-C82C-4A0C-BC11-4AAC69863516}" type="presParOf" srcId="{24FF4AB9-5443-4427-88C1-0EFE57AA4FD1}" destId="{4602EA95-D5A1-456B-825E-E1EB5365E34F}" srcOrd="3" destOrd="0" presId="urn:microsoft.com/office/officeart/2018/5/layout/CenteredIconLabelDescriptionList"/>
    <dgm:cxn modelId="{EB186B24-8A4E-4233-A8E0-9A00B48CD225}" type="presParOf" srcId="{24FF4AB9-5443-4427-88C1-0EFE57AA4FD1}" destId="{A0875B41-626E-412C-B660-4FCC267AF79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846CB2-DA3B-4B78-B696-9D6E1DC8A696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083C0207-4AEE-4269-842E-7019C8EF4D6A}">
      <dgm:prSet/>
      <dgm:spPr/>
      <dgm:t>
        <a:bodyPr/>
        <a:lstStyle/>
        <a:p>
          <a:r>
            <a:rPr lang="en-GB"/>
            <a:t>Create a new git project in your workstation</a:t>
          </a:r>
          <a:endParaRPr lang="en-US"/>
        </a:p>
      </dgm:t>
    </dgm:pt>
    <dgm:pt modelId="{EE095A60-C8EC-4A71-89B4-DA22F79E5573}" type="parTrans" cxnId="{696AA6E9-A423-4FD6-A470-5D89617D57F5}">
      <dgm:prSet/>
      <dgm:spPr/>
      <dgm:t>
        <a:bodyPr/>
        <a:lstStyle/>
        <a:p>
          <a:endParaRPr lang="en-US"/>
        </a:p>
      </dgm:t>
    </dgm:pt>
    <dgm:pt modelId="{8500412A-D4E7-45EE-8B3D-953924E14047}" type="sibTrans" cxnId="{696AA6E9-A423-4FD6-A470-5D89617D57F5}">
      <dgm:prSet/>
      <dgm:spPr/>
      <dgm:t>
        <a:bodyPr/>
        <a:lstStyle/>
        <a:p>
          <a:endParaRPr lang="en-US"/>
        </a:p>
      </dgm:t>
    </dgm:pt>
    <dgm:pt modelId="{4E1027DB-9CE9-4B81-8E86-A7BBC9B71BE8}">
      <dgm:prSet/>
      <dgm:spPr/>
      <dgm:t>
        <a:bodyPr/>
        <a:lstStyle/>
        <a:p>
          <a:r>
            <a:rPr lang="en-GB"/>
            <a:t>Open command prompt and navigate to the respective folder location in your workstation</a:t>
          </a:r>
          <a:endParaRPr lang="en-US"/>
        </a:p>
      </dgm:t>
    </dgm:pt>
    <dgm:pt modelId="{C1339E10-FC2F-441F-ABB7-A79F2A79FBB9}" type="parTrans" cxnId="{7FB13F54-E202-486B-AEAD-13FE86960406}">
      <dgm:prSet/>
      <dgm:spPr/>
      <dgm:t>
        <a:bodyPr/>
        <a:lstStyle/>
        <a:p>
          <a:endParaRPr lang="en-US"/>
        </a:p>
      </dgm:t>
    </dgm:pt>
    <dgm:pt modelId="{ECED6081-0591-4ED9-8BBE-B620ADC16AC2}" type="sibTrans" cxnId="{7FB13F54-E202-486B-AEAD-13FE86960406}">
      <dgm:prSet/>
      <dgm:spPr/>
      <dgm:t>
        <a:bodyPr/>
        <a:lstStyle/>
        <a:p>
          <a:endParaRPr lang="en-US"/>
        </a:p>
      </dgm:t>
    </dgm:pt>
    <dgm:pt modelId="{EA5D3281-77ED-40C2-A343-954C1B5425B0}" type="pres">
      <dgm:prSet presAssocID="{B7846CB2-DA3B-4B78-B696-9D6E1DC8A696}" presName="vert0" presStyleCnt="0">
        <dgm:presLayoutVars>
          <dgm:dir/>
          <dgm:animOne val="branch"/>
          <dgm:animLvl val="lvl"/>
        </dgm:presLayoutVars>
      </dgm:prSet>
      <dgm:spPr/>
    </dgm:pt>
    <dgm:pt modelId="{21E4B241-68DD-474E-8BC0-FC3570BE138B}" type="pres">
      <dgm:prSet presAssocID="{083C0207-4AEE-4269-842E-7019C8EF4D6A}" presName="thickLine" presStyleLbl="alignNode1" presStyleIdx="0" presStyleCnt="2"/>
      <dgm:spPr/>
    </dgm:pt>
    <dgm:pt modelId="{F255EDD5-5E1E-478C-AC20-E2BC7FEE0FE5}" type="pres">
      <dgm:prSet presAssocID="{083C0207-4AEE-4269-842E-7019C8EF4D6A}" presName="horz1" presStyleCnt="0"/>
      <dgm:spPr/>
    </dgm:pt>
    <dgm:pt modelId="{6A6B7903-075B-461F-A66F-243BBF574A77}" type="pres">
      <dgm:prSet presAssocID="{083C0207-4AEE-4269-842E-7019C8EF4D6A}" presName="tx1" presStyleLbl="revTx" presStyleIdx="0" presStyleCnt="2"/>
      <dgm:spPr/>
    </dgm:pt>
    <dgm:pt modelId="{DA38BD99-5690-4FFE-9258-79C2CC486B93}" type="pres">
      <dgm:prSet presAssocID="{083C0207-4AEE-4269-842E-7019C8EF4D6A}" presName="vert1" presStyleCnt="0"/>
      <dgm:spPr/>
    </dgm:pt>
    <dgm:pt modelId="{CB1A98A8-CEDC-464F-A9E2-CF83A6942AA4}" type="pres">
      <dgm:prSet presAssocID="{4E1027DB-9CE9-4B81-8E86-A7BBC9B71BE8}" presName="thickLine" presStyleLbl="alignNode1" presStyleIdx="1" presStyleCnt="2"/>
      <dgm:spPr/>
    </dgm:pt>
    <dgm:pt modelId="{DE0D1004-AFC2-4621-97A3-92FBBFAFD1A3}" type="pres">
      <dgm:prSet presAssocID="{4E1027DB-9CE9-4B81-8E86-A7BBC9B71BE8}" presName="horz1" presStyleCnt="0"/>
      <dgm:spPr/>
    </dgm:pt>
    <dgm:pt modelId="{BB640B09-20A0-4D61-BE04-7A69A764CF5B}" type="pres">
      <dgm:prSet presAssocID="{4E1027DB-9CE9-4B81-8E86-A7BBC9B71BE8}" presName="tx1" presStyleLbl="revTx" presStyleIdx="1" presStyleCnt="2"/>
      <dgm:spPr/>
    </dgm:pt>
    <dgm:pt modelId="{2E11CE13-38AF-4504-B52F-9DE5CD95B10E}" type="pres">
      <dgm:prSet presAssocID="{4E1027DB-9CE9-4B81-8E86-A7BBC9B71BE8}" presName="vert1" presStyleCnt="0"/>
      <dgm:spPr/>
    </dgm:pt>
  </dgm:ptLst>
  <dgm:cxnLst>
    <dgm:cxn modelId="{4A99860A-9900-4070-8B18-7B3B66D220C1}" type="presOf" srcId="{B7846CB2-DA3B-4B78-B696-9D6E1DC8A696}" destId="{EA5D3281-77ED-40C2-A343-954C1B5425B0}" srcOrd="0" destOrd="0" presId="urn:microsoft.com/office/officeart/2008/layout/LinedList"/>
    <dgm:cxn modelId="{7E35A60A-2D15-4485-A4A2-915EFC67E929}" type="presOf" srcId="{083C0207-4AEE-4269-842E-7019C8EF4D6A}" destId="{6A6B7903-075B-461F-A66F-243BBF574A77}" srcOrd="0" destOrd="0" presId="urn:microsoft.com/office/officeart/2008/layout/LinedList"/>
    <dgm:cxn modelId="{7FB13F54-E202-486B-AEAD-13FE86960406}" srcId="{B7846CB2-DA3B-4B78-B696-9D6E1DC8A696}" destId="{4E1027DB-9CE9-4B81-8E86-A7BBC9B71BE8}" srcOrd="1" destOrd="0" parTransId="{C1339E10-FC2F-441F-ABB7-A79F2A79FBB9}" sibTransId="{ECED6081-0591-4ED9-8BBE-B620ADC16AC2}"/>
    <dgm:cxn modelId="{3917989C-1C23-4DCA-9FF9-8B1DC3117613}" type="presOf" srcId="{4E1027DB-9CE9-4B81-8E86-A7BBC9B71BE8}" destId="{BB640B09-20A0-4D61-BE04-7A69A764CF5B}" srcOrd="0" destOrd="0" presId="urn:microsoft.com/office/officeart/2008/layout/LinedList"/>
    <dgm:cxn modelId="{696AA6E9-A423-4FD6-A470-5D89617D57F5}" srcId="{B7846CB2-DA3B-4B78-B696-9D6E1DC8A696}" destId="{083C0207-4AEE-4269-842E-7019C8EF4D6A}" srcOrd="0" destOrd="0" parTransId="{EE095A60-C8EC-4A71-89B4-DA22F79E5573}" sibTransId="{8500412A-D4E7-45EE-8B3D-953924E14047}"/>
    <dgm:cxn modelId="{F1D6B4CF-472B-4C04-B80A-DA1E20E25ACE}" type="presParOf" srcId="{EA5D3281-77ED-40C2-A343-954C1B5425B0}" destId="{21E4B241-68DD-474E-8BC0-FC3570BE138B}" srcOrd="0" destOrd="0" presId="urn:microsoft.com/office/officeart/2008/layout/LinedList"/>
    <dgm:cxn modelId="{6EC8FB73-A91F-476F-BCF7-AA585C2CC7C3}" type="presParOf" srcId="{EA5D3281-77ED-40C2-A343-954C1B5425B0}" destId="{F255EDD5-5E1E-478C-AC20-E2BC7FEE0FE5}" srcOrd="1" destOrd="0" presId="urn:microsoft.com/office/officeart/2008/layout/LinedList"/>
    <dgm:cxn modelId="{1D51AC83-E17D-4F82-8ABB-E08A45B4E9CF}" type="presParOf" srcId="{F255EDD5-5E1E-478C-AC20-E2BC7FEE0FE5}" destId="{6A6B7903-075B-461F-A66F-243BBF574A77}" srcOrd="0" destOrd="0" presId="urn:microsoft.com/office/officeart/2008/layout/LinedList"/>
    <dgm:cxn modelId="{6B86EA0B-B983-482E-BB4B-3E227BB2E08D}" type="presParOf" srcId="{F255EDD5-5E1E-478C-AC20-E2BC7FEE0FE5}" destId="{DA38BD99-5690-4FFE-9258-79C2CC486B93}" srcOrd="1" destOrd="0" presId="urn:microsoft.com/office/officeart/2008/layout/LinedList"/>
    <dgm:cxn modelId="{80A8D546-405C-4FF2-8368-DE544BE14DDD}" type="presParOf" srcId="{EA5D3281-77ED-40C2-A343-954C1B5425B0}" destId="{CB1A98A8-CEDC-464F-A9E2-CF83A6942AA4}" srcOrd="2" destOrd="0" presId="urn:microsoft.com/office/officeart/2008/layout/LinedList"/>
    <dgm:cxn modelId="{D229139A-B7BD-46BB-B061-30F984E3EFA6}" type="presParOf" srcId="{EA5D3281-77ED-40C2-A343-954C1B5425B0}" destId="{DE0D1004-AFC2-4621-97A3-92FBBFAFD1A3}" srcOrd="3" destOrd="0" presId="urn:microsoft.com/office/officeart/2008/layout/LinedList"/>
    <dgm:cxn modelId="{B66AA731-AE09-4A23-9B7C-D2F19B5E215C}" type="presParOf" srcId="{DE0D1004-AFC2-4621-97A3-92FBBFAFD1A3}" destId="{BB640B09-20A0-4D61-BE04-7A69A764CF5B}" srcOrd="0" destOrd="0" presId="urn:microsoft.com/office/officeart/2008/layout/LinedList"/>
    <dgm:cxn modelId="{B5F05FF6-9E67-4456-AC2C-7B999E613676}" type="presParOf" srcId="{DE0D1004-AFC2-4621-97A3-92FBBFAFD1A3}" destId="{2E11CE13-38AF-4504-B52F-9DE5CD95B10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C266F8C-8085-41FC-AF07-8D78CC50E31C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E6C8B7E-7417-4D2A-BA3F-4DFE9B301848}">
      <dgm:prSet/>
      <dgm:spPr/>
      <dgm:t>
        <a:bodyPr/>
        <a:lstStyle/>
        <a:p>
          <a:pPr>
            <a:defRPr b="1"/>
          </a:pPr>
          <a:r>
            <a:rPr lang="en-GB"/>
            <a:t>Typical teamwork flow:</a:t>
          </a:r>
          <a:endParaRPr lang="en-US"/>
        </a:p>
      </dgm:t>
    </dgm:pt>
    <dgm:pt modelId="{FB145ED4-6EB5-464E-AB2A-BE9DA75A1649}" type="parTrans" cxnId="{0086CA77-9082-401B-A0CD-14913A2EFB54}">
      <dgm:prSet/>
      <dgm:spPr/>
      <dgm:t>
        <a:bodyPr/>
        <a:lstStyle/>
        <a:p>
          <a:endParaRPr lang="en-US"/>
        </a:p>
      </dgm:t>
    </dgm:pt>
    <dgm:pt modelId="{14263F36-914E-4864-BBEF-B9EC5423B947}" type="sibTrans" cxnId="{0086CA77-9082-401B-A0CD-14913A2EFB54}">
      <dgm:prSet/>
      <dgm:spPr/>
      <dgm:t>
        <a:bodyPr/>
        <a:lstStyle/>
        <a:p>
          <a:endParaRPr lang="en-US"/>
        </a:p>
      </dgm:t>
    </dgm:pt>
    <dgm:pt modelId="{78589C29-4B57-429A-886A-384AA374840E}">
      <dgm:prSet/>
      <dgm:spPr/>
      <dgm:t>
        <a:bodyPr/>
        <a:lstStyle/>
        <a:p>
          <a:r>
            <a:rPr lang="en-GB"/>
            <a:t>Push code to GitHub</a:t>
          </a:r>
          <a:endParaRPr lang="en-US"/>
        </a:p>
      </dgm:t>
    </dgm:pt>
    <dgm:pt modelId="{959D2B6F-0268-4901-AD82-65E5078F50F8}" type="parTrans" cxnId="{005E1D0D-6782-409E-A5D9-382A218A7B34}">
      <dgm:prSet/>
      <dgm:spPr/>
      <dgm:t>
        <a:bodyPr/>
        <a:lstStyle/>
        <a:p>
          <a:endParaRPr lang="en-US"/>
        </a:p>
      </dgm:t>
    </dgm:pt>
    <dgm:pt modelId="{9874BAA5-A42D-470C-8380-6AB322CC4199}" type="sibTrans" cxnId="{005E1D0D-6782-409E-A5D9-382A218A7B34}">
      <dgm:prSet/>
      <dgm:spPr/>
      <dgm:t>
        <a:bodyPr/>
        <a:lstStyle/>
        <a:p>
          <a:endParaRPr lang="en-US"/>
        </a:p>
      </dgm:t>
    </dgm:pt>
    <dgm:pt modelId="{6C93B7B8-799C-4015-9EBD-43506A3BCA02}">
      <dgm:prSet/>
      <dgm:spPr/>
      <dgm:t>
        <a:bodyPr/>
        <a:lstStyle/>
        <a:p>
          <a:r>
            <a:rPr lang="en-GB"/>
            <a:t>Others pull the code</a:t>
          </a:r>
          <a:endParaRPr lang="en-US"/>
        </a:p>
      </dgm:t>
    </dgm:pt>
    <dgm:pt modelId="{B774D4A2-3636-459C-8BD7-3A084F732B30}" type="parTrans" cxnId="{262AD4D7-09AE-45F1-96BF-F79793B8AFA9}">
      <dgm:prSet/>
      <dgm:spPr/>
      <dgm:t>
        <a:bodyPr/>
        <a:lstStyle/>
        <a:p>
          <a:endParaRPr lang="en-US"/>
        </a:p>
      </dgm:t>
    </dgm:pt>
    <dgm:pt modelId="{9B935167-A717-4FB2-88CB-C1CC1771513F}" type="sibTrans" cxnId="{262AD4D7-09AE-45F1-96BF-F79793B8AFA9}">
      <dgm:prSet/>
      <dgm:spPr/>
      <dgm:t>
        <a:bodyPr/>
        <a:lstStyle/>
        <a:p>
          <a:endParaRPr lang="en-US"/>
        </a:p>
      </dgm:t>
    </dgm:pt>
    <dgm:pt modelId="{CEA7768C-E7CE-425B-A20E-3ACFC7E29EEF}">
      <dgm:prSet/>
      <dgm:spPr/>
      <dgm:t>
        <a:bodyPr/>
        <a:lstStyle/>
        <a:p>
          <a:r>
            <a:rPr lang="en-GB"/>
            <a:t>Everyone works together</a:t>
          </a:r>
          <a:endParaRPr lang="en-US"/>
        </a:p>
      </dgm:t>
    </dgm:pt>
    <dgm:pt modelId="{0EDBF54D-7336-4702-B03C-1B50607844F4}" type="parTrans" cxnId="{29833B49-B8A8-418E-8449-A78951FE6E52}">
      <dgm:prSet/>
      <dgm:spPr/>
      <dgm:t>
        <a:bodyPr/>
        <a:lstStyle/>
        <a:p>
          <a:endParaRPr lang="en-US"/>
        </a:p>
      </dgm:t>
    </dgm:pt>
    <dgm:pt modelId="{565F02C9-06D2-4FB6-A1D7-6B2B5D5E8273}" type="sibTrans" cxnId="{29833B49-B8A8-418E-8449-A78951FE6E52}">
      <dgm:prSet/>
      <dgm:spPr/>
      <dgm:t>
        <a:bodyPr/>
        <a:lstStyle/>
        <a:p>
          <a:endParaRPr lang="en-US"/>
        </a:p>
      </dgm:t>
    </dgm:pt>
    <dgm:pt modelId="{B3BF95A5-8C11-4940-9BD8-4A6D9820A2D3}">
      <dgm:prSet/>
      <dgm:spPr/>
      <dgm:t>
        <a:bodyPr/>
        <a:lstStyle/>
        <a:p>
          <a:r>
            <a:rPr lang="en-GB"/>
            <a:t>Changes are merged</a:t>
          </a:r>
          <a:endParaRPr lang="en-US"/>
        </a:p>
      </dgm:t>
    </dgm:pt>
    <dgm:pt modelId="{52C36749-93C0-4DAD-8928-77F7775679DF}" type="parTrans" cxnId="{3408153C-70E8-43D7-B33F-1A234830C350}">
      <dgm:prSet/>
      <dgm:spPr/>
      <dgm:t>
        <a:bodyPr/>
        <a:lstStyle/>
        <a:p>
          <a:endParaRPr lang="en-US"/>
        </a:p>
      </dgm:t>
    </dgm:pt>
    <dgm:pt modelId="{4A445E19-BADD-4EF7-AE35-D9959B7F88C2}" type="sibTrans" cxnId="{3408153C-70E8-43D7-B33F-1A234830C350}">
      <dgm:prSet/>
      <dgm:spPr/>
      <dgm:t>
        <a:bodyPr/>
        <a:lstStyle/>
        <a:p>
          <a:endParaRPr lang="en-US"/>
        </a:p>
      </dgm:t>
    </dgm:pt>
    <dgm:pt modelId="{9655E7B0-DF14-461E-B8C8-D7CF02474541}">
      <dgm:prSet/>
      <dgm:spPr/>
      <dgm:t>
        <a:bodyPr/>
        <a:lstStyle/>
        <a:p>
          <a:pPr>
            <a:defRPr b="1"/>
          </a:pPr>
          <a:r>
            <a:rPr lang="en-GB"/>
            <a:t>This is how real companies work</a:t>
          </a:r>
          <a:endParaRPr lang="en-US"/>
        </a:p>
      </dgm:t>
    </dgm:pt>
    <dgm:pt modelId="{D8565EC6-3220-460D-882E-CDD4AC03F7BA}" type="parTrans" cxnId="{C59936D7-4764-43B8-A795-24CC7488DF10}">
      <dgm:prSet/>
      <dgm:spPr/>
      <dgm:t>
        <a:bodyPr/>
        <a:lstStyle/>
        <a:p>
          <a:endParaRPr lang="en-US"/>
        </a:p>
      </dgm:t>
    </dgm:pt>
    <dgm:pt modelId="{1DCE94E6-6BFC-405A-A4D6-093E523E2E94}" type="sibTrans" cxnId="{C59936D7-4764-43B8-A795-24CC7488DF10}">
      <dgm:prSet/>
      <dgm:spPr/>
      <dgm:t>
        <a:bodyPr/>
        <a:lstStyle/>
        <a:p>
          <a:endParaRPr lang="en-US"/>
        </a:p>
      </dgm:t>
    </dgm:pt>
    <dgm:pt modelId="{91C4A369-E72C-4894-ADAA-5561921FB62E}" type="pres">
      <dgm:prSet presAssocID="{FC266F8C-8085-41FC-AF07-8D78CC50E31C}" presName="root" presStyleCnt="0">
        <dgm:presLayoutVars>
          <dgm:dir/>
          <dgm:resizeHandles val="exact"/>
        </dgm:presLayoutVars>
      </dgm:prSet>
      <dgm:spPr/>
    </dgm:pt>
    <dgm:pt modelId="{E9822BE4-92CD-4B74-B437-AEEE1F736B77}" type="pres">
      <dgm:prSet presAssocID="{8E6C8B7E-7417-4D2A-BA3F-4DFE9B301848}" presName="compNode" presStyleCnt="0"/>
      <dgm:spPr/>
    </dgm:pt>
    <dgm:pt modelId="{9320455A-E46B-42DB-AD60-D211B71170DE}" type="pres">
      <dgm:prSet presAssocID="{8E6C8B7E-7417-4D2A-BA3F-4DFE9B30184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18C9FE2-CA07-4AED-9449-7142EEC97025}" type="pres">
      <dgm:prSet presAssocID="{8E6C8B7E-7417-4D2A-BA3F-4DFE9B301848}" presName="iconSpace" presStyleCnt="0"/>
      <dgm:spPr/>
    </dgm:pt>
    <dgm:pt modelId="{2344697A-9B0F-4993-BFB6-110CDDBC4279}" type="pres">
      <dgm:prSet presAssocID="{8E6C8B7E-7417-4D2A-BA3F-4DFE9B301848}" presName="parTx" presStyleLbl="revTx" presStyleIdx="0" presStyleCnt="4">
        <dgm:presLayoutVars>
          <dgm:chMax val="0"/>
          <dgm:chPref val="0"/>
        </dgm:presLayoutVars>
      </dgm:prSet>
      <dgm:spPr/>
    </dgm:pt>
    <dgm:pt modelId="{52C839B1-CD14-4B54-9D10-F11AB14D0D0E}" type="pres">
      <dgm:prSet presAssocID="{8E6C8B7E-7417-4D2A-BA3F-4DFE9B301848}" presName="txSpace" presStyleCnt="0"/>
      <dgm:spPr/>
    </dgm:pt>
    <dgm:pt modelId="{A0343027-4549-4C16-B52E-63EBEB34CE5B}" type="pres">
      <dgm:prSet presAssocID="{8E6C8B7E-7417-4D2A-BA3F-4DFE9B301848}" presName="desTx" presStyleLbl="revTx" presStyleIdx="1" presStyleCnt="4">
        <dgm:presLayoutVars/>
      </dgm:prSet>
      <dgm:spPr/>
    </dgm:pt>
    <dgm:pt modelId="{F8558CFA-A20D-419F-B5DF-1AE59CC9DF09}" type="pres">
      <dgm:prSet presAssocID="{14263F36-914E-4864-BBEF-B9EC5423B947}" presName="sibTrans" presStyleCnt="0"/>
      <dgm:spPr/>
    </dgm:pt>
    <dgm:pt modelId="{47BE63E6-00A7-4E08-95DE-C88150A20A2D}" type="pres">
      <dgm:prSet presAssocID="{9655E7B0-DF14-461E-B8C8-D7CF02474541}" presName="compNode" presStyleCnt="0"/>
      <dgm:spPr/>
    </dgm:pt>
    <dgm:pt modelId="{97E79BBB-837E-4508-A860-FC166D9F8CE8}" type="pres">
      <dgm:prSet presAssocID="{9655E7B0-DF14-461E-B8C8-D7CF0247454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8B22DE44-5036-49D7-B73A-B0CCD070C46B}" type="pres">
      <dgm:prSet presAssocID="{9655E7B0-DF14-461E-B8C8-D7CF02474541}" presName="iconSpace" presStyleCnt="0"/>
      <dgm:spPr/>
    </dgm:pt>
    <dgm:pt modelId="{7D8FD8FB-8231-46DD-8CBF-195E3AF4AB29}" type="pres">
      <dgm:prSet presAssocID="{9655E7B0-DF14-461E-B8C8-D7CF02474541}" presName="parTx" presStyleLbl="revTx" presStyleIdx="2" presStyleCnt="4">
        <dgm:presLayoutVars>
          <dgm:chMax val="0"/>
          <dgm:chPref val="0"/>
        </dgm:presLayoutVars>
      </dgm:prSet>
      <dgm:spPr/>
    </dgm:pt>
    <dgm:pt modelId="{CA5CA4F7-1D3A-4CE2-BA95-16BFC51D2181}" type="pres">
      <dgm:prSet presAssocID="{9655E7B0-DF14-461E-B8C8-D7CF02474541}" presName="txSpace" presStyleCnt="0"/>
      <dgm:spPr/>
    </dgm:pt>
    <dgm:pt modelId="{23694319-B312-42E0-8ECD-197163AD8DFD}" type="pres">
      <dgm:prSet presAssocID="{9655E7B0-DF14-461E-B8C8-D7CF02474541}" presName="desTx" presStyleLbl="revTx" presStyleIdx="3" presStyleCnt="4">
        <dgm:presLayoutVars/>
      </dgm:prSet>
      <dgm:spPr/>
    </dgm:pt>
  </dgm:ptLst>
  <dgm:cxnLst>
    <dgm:cxn modelId="{AD4A7303-A539-48D9-A211-659BC4C7E87C}" type="presOf" srcId="{B3BF95A5-8C11-4940-9BD8-4A6D9820A2D3}" destId="{A0343027-4549-4C16-B52E-63EBEB34CE5B}" srcOrd="0" destOrd="3" presId="urn:microsoft.com/office/officeart/2018/2/layout/IconLabelDescriptionList"/>
    <dgm:cxn modelId="{005E1D0D-6782-409E-A5D9-382A218A7B34}" srcId="{8E6C8B7E-7417-4D2A-BA3F-4DFE9B301848}" destId="{78589C29-4B57-429A-886A-384AA374840E}" srcOrd="0" destOrd="0" parTransId="{959D2B6F-0268-4901-AD82-65E5078F50F8}" sibTransId="{9874BAA5-A42D-470C-8380-6AB322CC4199}"/>
    <dgm:cxn modelId="{23342F1B-D31C-412A-ADB5-825019B17FD8}" type="presOf" srcId="{6C93B7B8-799C-4015-9EBD-43506A3BCA02}" destId="{A0343027-4549-4C16-B52E-63EBEB34CE5B}" srcOrd="0" destOrd="1" presId="urn:microsoft.com/office/officeart/2018/2/layout/IconLabelDescriptionList"/>
    <dgm:cxn modelId="{3408153C-70E8-43D7-B33F-1A234830C350}" srcId="{8E6C8B7E-7417-4D2A-BA3F-4DFE9B301848}" destId="{B3BF95A5-8C11-4940-9BD8-4A6D9820A2D3}" srcOrd="3" destOrd="0" parTransId="{52C36749-93C0-4DAD-8928-77F7775679DF}" sibTransId="{4A445E19-BADD-4EF7-AE35-D9959B7F88C2}"/>
    <dgm:cxn modelId="{82F3A341-DAB3-4296-B8EE-2F9D36775FCF}" type="presOf" srcId="{8E6C8B7E-7417-4D2A-BA3F-4DFE9B301848}" destId="{2344697A-9B0F-4993-BFB6-110CDDBC4279}" srcOrd="0" destOrd="0" presId="urn:microsoft.com/office/officeart/2018/2/layout/IconLabelDescriptionList"/>
    <dgm:cxn modelId="{29833B49-B8A8-418E-8449-A78951FE6E52}" srcId="{8E6C8B7E-7417-4D2A-BA3F-4DFE9B301848}" destId="{CEA7768C-E7CE-425B-A20E-3ACFC7E29EEF}" srcOrd="2" destOrd="0" parTransId="{0EDBF54D-7336-4702-B03C-1B50607844F4}" sibTransId="{565F02C9-06D2-4FB6-A1D7-6B2B5D5E8273}"/>
    <dgm:cxn modelId="{0086CA77-9082-401B-A0CD-14913A2EFB54}" srcId="{FC266F8C-8085-41FC-AF07-8D78CC50E31C}" destId="{8E6C8B7E-7417-4D2A-BA3F-4DFE9B301848}" srcOrd="0" destOrd="0" parTransId="{FB145ED4-6EB5-464E-AB2A-BE9DA75A1649}" sibTransId="{14263F36-914E-4864-BBEF-B9EC5423B947}"/>
    <dgm:cxn modelId="{854AD7A9-874F-449D-9F82-F5BE8EE831AC}" type="presOf" srcId="{FC266F8C-8085-41FC-AF07-8D78CC50E31C}" destId="{91C4A369-E72C-4894-ADAA-5561921FB62E}" srcOrd="0" destOrd="0" presId="urn:microsoft.com/office/officeart/2018/2/layout/IconLabelDescriptionList"/>
    <dgm:cxn modelId="{D5A1FEAB-555B-4891-853B-C9F82152639F}" type="presOf" srcId="{9655E7B0-DF14-461E-B8C8-D7CF02474541}" destId="{7D8FD8FB-8231-46DD-8CBF-195E3AF4AB29}" srcOrd="0" destOrd="0" presId="urn:microsoft.com/office/officeart/2018/2/layout/IconLabelDescriptionList"/>
    <dgm:cxn modelId="{B221F1BC-F41F-4854-B67D-58091894FD3D}" type="presOf" srcId="{CEA7768C-E7CE-425B-A20E-3ACFC7E29EEF}" destId="{A0343027-4549-4C16-B52E-63EBEB34CE5B}" srcOrd="0" destOrd="2" presId="urn:microsoft.com/office/officeart/2018/2/layout/IconLabelDescriptionList"/>
    <dgm:cxn modelId="{C59936D7-4764-43B8-A795-24CC7488DF10}" srcId="{FC266F8C-8085-41FC-AF07-8D78CC50E31C}" destId="{9655E7B0-DF14-461E-B8C8-D7CF02474541}" srcOrd="1" destOrd="0" parTransId="{D8565EC6-3220-460D-882E-CDD4AC03F7BA}" sibTransId="{1DCE94E6-6BFC-405A-A4D6-093E523E2E94}"/>
    <dgm:cxn modelId="{262AD4D7-09AE-45F1-96BF-F79793B8AFA9}" srcId="{8E6C8B7E-7417-4D2A-BA3F-4DFE9B301848}" destId="{6C93B7B8-799C-4015-9EBD-43506A3BCA02}" srcOrd="1" destOrd="0" parTransId="{B774D4A2-3636-459C-8BD7-3A084F732B30}" sibTransId="{9B935167-A717-4FB2-88CB-C1CC1771513F}"/>
    <dgm:cxn modelId="{DE2F4CE4-3829-4FE3-8A45-3053201CD88D}" type="presOf" srcId="{78589C29-4B57-429A-886A-384AA374840E}" destId="{A0343027-4549-4C16-B52E-63EBEB34CE5B}" srcOrd="0" destOrd="0" presId="urn:microsoft.com/office/officeart/2018/2/layout/IconLabelDescriptionList"/>
    <dgm:cxn modelId="{B3AD3979-7624-4511-948D-6599F51F707E}" type="presParOf" srcId="{91C4A369-E72C-4894-ADAA-5561921FB62E}" destId="{E9822BE4-92CD-4B74-B437-AEEE1F736B77}" srcOrd="0" destOrd="0" presId="urn:microsoft.com/office/officeart/2018/2/layout/IconLabelDescriptionList"/>
    <dgm:cxn modelId="{86D67A57-A458-4E7D-9B55-FFD06EB06F80}" type="presParOf" srcId="{E9822BE4-92CD-4B74-B437-AEEE1F736B77}" destId="{9320455A-E46B-42DB-AD60-D211B71170DE}" srcOrd="0" destOrd="0" presId="urn:microsoft.com/office/officeart/2018/2/layout/IconLabelDescriptionList"/>
    <dgm:cxn modelId="{CBB70F9E-EBE8-437B-96B9-CABF505A33E9}" type="presParOf" srcId="{E9822BE4-92CD-4B74-B437-AEEE1F736B77}" destId="{D18C9FE2-CA07-4AED-9449-7142EEC97025}" srcOrd="1" destOrd="0" presId="urn:microsoft.com/office/officeart/2018/2/layout/IconLabelDescriptionList"/>
    <dgm:cxn modelId="{D5B4F5B9-64BC-49D5-A3C7-B9A39025D78B}" type="presParOf" srcId="{E9822BE4-92CD-4B74-B437-AEEE1F736B77}" destId="{2344697A-9B0F-4993-BFB6-110CDDBC4279}" srcOrd="2" destOrd="0" presId="urn:microsoft.com/office/officeart/2018/2/layout/IconLabelDescriptionList"/>
    <dgm:cxn modelId="{0B405EE4-B8EE-49F6-A572-59F0885F3ACE}" type="presParOf" srcId="{E9822BE4-92CD-4B74-B437-AEEE1F736B77}" destId="{52C839B1-CD14-4B54-9D10-F11AB14D0D0E}" srcOrd="3" destOrd="0" presId="urn:microsoft.com/office/officeart/2018/2/layout/IconLabelDescriptionList"/>
    <dgm:cxn modelId="{46E8120C-F0B3-456D-8DD7-CB6D5996C01D}" type="presParOf" srcId="{E9822BE4-92CD-4B74-B437-AEEE1F736B77}" destId="{A0343027-4549-4C16-B52E-63EBEB34CE5B}" srcOrd="4" destOrd="0" presId="urn:microsoft.com/office/officeart/2018/2/layout/IconLabelDescriptionList"/>
    <dgm:cxn modelId="{F1F817D7-CFA2-4CEB-AA35-5F8AA75A9909}" type="presParOf" srcId="{91C4A369-E72C-4894-ADAA-5561921FB62E}" destId="{F8558CFA-A20D-419F-B5DF-1AE59CC9DF09}" srcOrd="1" destOrd="0" presId="urn:microsoft.com/office/officeart/2018/2/layout/IconLabelDescriptionList"/>
    <dgm:cxn modelId="{79DA3C47-EE23-4D3E-8FDF-6032F03AF990}" type="presParOf" srcId="{91C4A369-E72C-4894-ADAA-5561921FB62E}" destId="{47BE63E6-00A7-4E08-95DE-C88150A20A2D}" srcOrd="2" destOrd="0" presId="urn:microsoft.com/office/officeart/2018/2/layout/IconLabelDescriptionList"/>
    <dgm:cxn modelId="{32D19736-0507-41CA-9ABD-F9C3A2A186C5}" type="presParOf" srcId="{47BE63E6-00A7-4E08-95DE-C88150A20A2D}" destId="{97E79BBB-837E-4508-A860-FC166D9F8CE8}" srcOrd="0" destOrd="0" presId="urn:microsoft.com/office/officeart/2018/2/layout/IconLabelDescriptionList"/>
    <dgm:cxn modelId="{76730EBD-215E-4DBC-B120-4FE8596EBACA}" type="presParOf" srcId="{47BE63E6-00A7-4E08-95DE-C88150A20A2D}" destId="{8B22DE44-5036-49D7-B73A-B0CCD070C46B}" srcOrd="1" destOrd="0" presId="urn:microsoft.com/office/officeart/2018/2/layout/IconLabelDescriptionList"/>
    <dgm:cxn modelId="{F4B270CA-75C4-4D97-AFF9-1080397FB214}" type="presParOf" srcId="{47BE63E6-00A7-4E08-95DE-C88150A20A2D}" destId="{7D8FD8FB-8231-46DD-8CBF-195E3AF4AB29}" srcOrd="2" destOrd="0" presId="urn:microsoft.com/office/officeart/2018/2/layout/IconLabelDescriptionList"/>
    <dgm:cxn modelId="{3309E4D9-F82A-4388-BECB-90E82E0C2EC1}" type="presParOf" srcId="{47BE63E6-00A7-4E08-95DE-C88150A20A2D}" destId="{CA5CA4F7-1D3A-4CE2-BA95-16BFC51D2181}" srcOrd="3" destOrd="0" presId="urn:microsoft.com/office/officeart/2018/2/layout/IconLabelDescriptionList"/>
    <dgm:cxn modelId="{50AB7075-654E-492B-B0DA-1DFB9D43E896}" type="presParOf" srcId="{47BE63E6-00A7-4E08-95DE-C88150A20A2D}" destId="{23694319-B312-42E0-8ECD-197163AD8DF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140BBCF-D957-4CFF-8792-0E089AFE628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26B631F-982F-41D7-A17C-D1072FA08CCB}">
      <dgm:prSet/>
      <dgm:spPr/>
      <dgm:t>
        <a:bodyPr/>
        <a:lstStyle/>
        <a:p>
          <a:r>
            <a:rPr lang="en-GB"/>
            <a:t>Git is not scary </a:t>
          </a:r>
          <a:endParaRPr lang="en-US"/>
        </a:p>
      </dgm:t>
    </dgm:pt>
    <dgm:pt modelId="{3DC3179F-80FD-4B5B-B531-12B382AE1D96}" type="parTrans" cxnId="{D9D3FF65-E899-4F4D-BDAF-8E914C80DD77}">
      <dgm:prSet/>
      <dgm:spPr/>
      <dgm:t>
        <a:bodyPr/>
        <a:lstStyle/>
        <a:p>
          <a:endParaRPr lang="en-US"/>
        </a:p>
      </dgm:t>
    </dgm:pt>
    <dgm:pt modelId="{B69026B0-A32C-468D-8001-FE40EED4717D}" type="sibTrans" cxnId="{D9D3FF65-E899-4F4D-BDAF-8E914C80DD77}">
      <dgm:prSet/>
      <dgm:spPr/>
      <dgm:t>
        <a:bodyPr/>
        <a:lstStyle/>
        <a:p>
          <a:endParaRPr lang="en-US"/>
        </a:p>
      </dgm:t>
    </dgm:pt>
    <dgm:pt modelId="{32E75AC8-0309-4BEC-8578-0CB7E7DC7A10}">
      <dgm:prSet/>
      <dgm:spPr/>
      <dgm:t>
        <a:bodyPr/>
        <a:lstStyle/>
        <a:p>
          <a:r>
            <a:rPr lang="en-GB"/>
            <a:t>Everyone learns it step by step</a:t>
          </a:r>
          <a:endParaRPr lang="en-US"/>
        </a:p>
      </dgm:t>
    </dgm:pt>
    <dgm:pt modelId="{EFADC448-7195-48AC-9E79-4585DC7BBBF4}" type="parTrans" cxnId="{F8B1901D-A959-4072-8531-BD7C02719DA8}">
      <dgm:prSet/>
      <dgm:spPr/>
      <dgm:t>
        <a:bodyPr/>
        <a:lstStyle/>
        <a:p>
          <a:endParaRPr lang="en-US"/>
        </a:p>
      </dgm:t>
    </dgm:pt>
    <dgm:pt modelId="{6B10B0A2-ACF7-49AA-BC5B-C3937B616E52}" type="sibTrans" cxnId="{F8B1901D-A959-4072-8531-BD7C02719DA8}">
      <dgm:prSet/>
      <dgm:spPr/>
      <dgm:t>
        <a:bodyPr/>
        <a:lstStyle/>
        <a:p>
          <a:endParaRPr lang="en-US"/>
        </a:p>
      </dgm:t>
    </dgm:pt>
    <dgm:pt modelId="{2EA4F4EF-6A34-4B7E-9E0F-77B621850D22}">
      <dgm:prSet/>
      <dgm:spPr/>
      <dgm:t>
        <a:bodyPr/>
        <a:lstStyle/>
        <a:p>
          <a:r>
            <a:rPr lang="en-GB"/>
            <a:t>Practice is the key </a:t>
          </a:r>
          <a:endParaRPr lang="en-US"/>
        </a:p>
      </dgm:t>
    </dgm:pt>
    <dgm:pt modelId="{9896F298-0A2A-4847-B3F8-E176D5D05A7C}" type="parTrans" cxnId="{136013DF-3774-46AA-ABF4-4D5D52DAAE45}">
      <dgm:prSet/>
      <dgm:spPr/>
      <dgm:t>
        <a:bodyPr/>
        <a:lstStyle/>
        <a:p>
          <a:endParaRPr lang="en-US"/>
        </a:p>
      </dgm:t>
    </dgm:pt>
    <dgm:pt modelId="{F67216C2-FF4A-438E-A9EC-5009FE57AB79}" type="sibTrans" cxnId="{136013DF-3774-46AA-ABF4-4D5D52DAAE45}">
      <dgm:prSet/>
      <dgm:spPr/>
      <dgm:t>
        <a:bodyPr/>
        <a:lstStyle/>
        <a:p>
          <a:endParaRPr lang="en-US"/>
        </a:p>
      </dgm:t>
    </dgm:pt>
    <dgm:pt modelId="{0D68C487-9208-4E65-A77A-4BE3E82032FD}">
      <dgm:prSet/>
      <dgm:spPr/>
      <dgm:t>
        <a:bodyPr/>
        <a:lstStyle/>
        <a:p>
          <a:r>
            <a:rPr lang="en-GB" b="1"/>
            <a:t>Start small. Commit often.</a:t>
          </a:r>
          <a:endParaRPr lang="en-US"/>
        </a:p>
      </dgm:t>
    </dgm:pt>
    <dgm:pt modelId="{C88F97CA-D59E-402C-9B05-F95A76282BDE}" type="parTrans" cxnId="{0E04442A-D67C-41DA-BB75-572E984BC4D7}">
      <dgm:prSet/>
      <dgm:spPr/>
      <dgm:t>
        <a:bodyPr/>
        <a:lstStyle/>
        <a:p>
          <a:endParaRPr lang="en-US"/>
        </a:p>
      </dgm:t>
    </dgm:pt>
    <dgm:pt modelId="{7C3F5639-823A-403D-BCFC-E2F1CD99F9BC}" type="sibTrans" cxnId="{0E04442A-D67C-41DA-BB75-572E984BC4D7}">
      <dgm:prSet/>
      <dgm:spPr/>
      <dgm:t>
        <a:bodyPr/>
        <a:lstStyle/>
        <a:p>
          <a:endParaRPr lang="en-US"/>
        </a:p>
      </dgm:t>
    </dgm:pt>
    <dgm:pt modelId="{76723C45-FAEE-4E6E-9136-3EE66EBA92C2}" type="pres">
      <dgm:prSet presAssocID="{3140BBCF-D957-4CFF-8792-0E089AFE6284}" presName="root" presStyleCnt="0">
        <dgm:presLayoutVars>
          <dgm:dir/>
          <dgm:resizeHandles val="exact"/>
        </dgm:presLayoutVars>
      </dgm:prSet>
      <dgm:spPr/>
    </dgm:pt>
    <dgm:pt modelId="{B71C77B6-CC5D-4758-83E3-81CD7B38B884}" type="pres">
      <dgm:prSet presAssocID="{926B631F-982F-41D7-A17C-D1072FA08CCB}" presName="compNode" presStyleCnt="0"/>
      <dgm:spPr/>
    </dgm:pt>
    <dgm:pt modelId="{D4AB3AFC-19E0-4BEB-ABBE-F31BDAD3483B}" type="pres">
      <dgm:prSet presAssocID="{926B631F-982F-41D7-A17C-D1072FA08CCB}" presName="bgRect" presStyleLbl="bgShp" presStyleIdx="0" presStyleCnt="4"/>
      <dgm:spPr/>
    </dgm:pt>
    <dgm:pt modelId="{DCECDE37-0F55-4DA7-9770-F92040115C2A}" type="pres">
      <dgm:prSet presAssocID="{926B631F-982F-41D7-A17C-D1072FA08CC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nake"/>
        </a:ext>
      </dgm:extLst>
    </dgm:pt>
    <dgm:pt modelId="{E301447E-0134-4985-9DEE-4D78AE9B8008}" type="pres">
      <dgm:prSet presAssocID="{926B631F-982F-41D7-A17C-D1072FA08CCB}" presName="spaceRect" presStyleCnt="0"/>
      <dgm:spPr/>
    </dgm:pt>
    <dgm:pt modelId="{E71788D8-A383-43E3-9678-12B8B38E0859}" type="pres">
      <dgm:prSet presAssocID="{926B631F-982F-41D7-A17C-D1072FA08CCB}" presName="parTx" presStyleLbl="revTx" presStyleIdx="0" presStyleCnt="4">
        <dgm:presLayoutVars>
          <dgm:chMax val="0"/>
          <dgm:chPref val="0"/>
        </dgm:presLayoutVars>
      </dgm:prSet>
      <dgm:spPr/>
    </dgm:pt>
    <dgm:pt modelId="{FFCEE756-A276-4196-AD04-F85860CA3726}" type="pres">
      <dgm:prSet presAssocID="{B69026B0-A32C-468D-8001-FE40EED4717D}" presName="sibTrans" presStyleCnt="0"/>
      <dgm:spPr/>
    </dgm:pt>
    <dgm:pt modelId="{20AB8B70-227B-410D-B635-388AEFA480F5}" type="pres">
      <dgm:prSet presAssocID="{32E75AC8-0309-4BEC-8578-0CB7E7DC7A10}" presName="compNode" presStyleCnt="0"/>
      <dgm:spPr/>
    </dgm:pt>
    <dgm:pt modelId="{AF5E1936-28BF-4EE5-A073-3733E30E9387}" type="pres">
      <dgm:prSet presAssocID="{32E75AC8-0309-4BEC-8578-0CB7E7DC7A10}" presName="bgRect" presStyleLbl="bgShp" presStyleIdx="1" presStyleCnt="4"/>
      <dgm:spPr/>
    </dgm:pt>
    <dgm:pt modelId="{494B8EFF-DB17-4C81-B6AF-4AEC600E283C}" type="pres">
      <dgm:prSet presAssocID="{32E75AC8-0309-4BEC-8578-0CB7E7DC7A1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4F568AE6-FA91-48E2-9E7E-FC5946A4DE17}" type="pres">
      <dgm:prSet presAssocID="{32E75AC8-0309-4BEC-8578-0CB7E7DC7A10}" presName="spaceRect" presStyleCnt="0"/>
      <dgm:spPr/>
    </dgm:pt>
    <dgm:pt modelId="{6CA793EF-B1F4-4456-879F-7BD445ADC1BB}" type="pres">
      <dgm:prSet presAssocID="{32E75AC8-0309-4BEC-8578-0CB7E7DC7A10}" presName="parTx" presStyleLbl="revTx" presStyleIdx="1" presStyleCnt="4">
        <dgm:presLayoutVars>
          <dgm:chMax val="0"/>
          <dgm:chPref val="0"/>
        </dgm:presLayoutVars>
      </dgm:prSet>
      <dgm:spPr/>
    </dgm:pt>
    <dgm:pt modelId="{082BB156-CCB8-4D88-A48D-7645289CAD5D}" type="pres">
      <dgm:prSet presAssocID="{6B10B0A2-ACF7-49AA-BC5B-C3937B616E52}" presName="sibTrans" presStyleCnt="0"/>
      <dgm:spPr/>
    </dgm:pt>
    <dgm:pt modelId="{B0E392E9-FC1E-488E-8AD0-D7464CB4E47A}" type="pres">
      <dgm:prSet presAssocID="{2EA4F4EF-6A34-4B7E-9E0F-77B621850D22}" presName="compNode" presStyleCnt="0"/>
      <dgm:spPr/>
    </dgm:pt>
    <dgm:pt modelId="{D410ED39-CFF7-4BA1-81D4-A18D06067C93}" type="pres">
      <dgm:prSet presAssocID="{2EA4F4EF-6A34-4B7E-9E0F-77B621850D22}" presName="bgRect" presStyleLbl="bgShp" presStyleIdx="2" presStyleCnt="4"/>
      <dgm:spPr/>
    </dgm:pt>
    <dgm:pt modelId="{383E7A62-524B-4825-866E-94810E74C16B}" type="pres">
      <dgm:prSet presAssocID="{2EA4F4EF-6A34-4B7E-9E0F-77B621850D2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38D36E5-403F-4FA2-9406-BE3D0A982F7B}" type="pres">
      <dgm:prSet presAssocID="{2EA4F4EF-6A34-4B7E-9E0F-77B621850D22}" presName="spaceRect" presStyleCnt="0"/>
      <dgm:spPr/>
    </dgm:pt>
    <dgm:pt modelId="{1E00ACFD-9D8A-4605-BF8A-AD1CD1C6C930}" type="pres">
      <dgm:prSet presAssocID="{2EA4F4EF-6A34-4B7E-9E0F-77B621850D22}" presName="parTx" presStyleLbl="revTx" presStyleIdx="2" presStyleCnt="4">
        <dgm:presLayoutVars>
          <dgm:chMax val="0"/>
          <dgm:chPref val="0"/>
        </dgm:presLayoutVars>
      </dgm:prSet>
      <dgm:spPr/>
    </dgm:pt>
    <dgm:pt modelId="{829A7D82-734A-44F1-9393-5AFE651961A5}" type="pres">
      <dgm:prSet presAssocID="{F67216C2-FF4A-438E-A9EC-5009FE57AB79}" presName="sibTrans" presStyleCnt="0"/>
      <dgm:spPr/>
    </dgm:pt>
    <dgm:pt modelId="{A6247C53-D01B-4DAB-B790-F893CC8D489F}" type="pres">
      <dgm:prSet presAssocID="{0D68C487-9208-4E65-A77A-4BE3E82032FD}" presName="compNode" presStyleCnt="0"/>
      <dgm:spPr/>
    </dgm:pt>
    <dgm:pt modelId="{23AF3896-1E28-447A-BECA-2431D865FF7B}" type="pres">
      <dgm:prSet presAssocID="{0D68C487-9208-4E65-A77A-4BE3E82032FD}" presName="bgRect" presStyleLbl="bgShp" presStyleIdx="3" presStyleCnt="4"/>
      <dgm:spPr/>
    </dgm:pt>
    <dgm:pt modelId="{F715FC77-9FAC-4F56-B9C7-AA86E4FCF265}" type="pres">
      <dgm:prSet presAssocID="{0D68C487-9208-4E65-A77A-4BE3E82032F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E579FFBB-587F-4210-8BFB-6125BA087DC4}" type="pres">
      <dgm:prSet presAssocID="{0D68C487-9208-4E65-A77A-4BE3E82032FD}" presName="spaceRect" presStyleCnt="0"/>
      <dgm:spPr/>
    </dgm:pt>
    <dgm:pt modelId="{1FDDA89E-D991-4BA1-B775-153E3B0801A2}" type="pres">
      <dgm:prSet presAssocID="{0D68C487-9208-4E65-A77A-4BE3E82032F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8B1901D-A959-4072-8531-BD7C02719DA8}" srcId="{3140BBCF-D957-4CFF-8792-0E089AFE6284}" destId="{32E75AC8-0309-4BEC-8578-0CB7E7DC7A10}" srcOrd="1" destOrd="0" parTransId="{EFADC448-7195-48AC-9E79-4585DC7BBBF4}" sibTransId="{6B10B0A2-ACF7-49AA-BC5B-C3937B616E52}"/>
    <dgm:cxn modelId="{0E04442A-D67C-41DA-BB75-572E984BC4D7}" srcId="{3140BBCF-D957-4CFF-8792-0E089AFE6284}" destId="{0D68C487-9208-4E65-A77A-4BE3E82032FD}" srcOrd="3" destOrd="0" parTransId="{C88F97CA-D59E-402C-9B05-F95A76282BDE}" sibTransId="{7C3F5639-823A-403D-BCFC-E2F1CD99F9BC}"/>
    <dgm:cxn modelId="{B3918743-58F2-46EE-8919-0BC604060C8D}" type="presOf" srcId="{0D68C487-9208-4E65-A77A-4BE3E82032FD}" destId="{1FDDA89E-D991-4BA1-B775-153E3B0801A2}" srcOrd="0" destOrd="0" presId="urn:microsoft.com/office/officeart/2018/2/layout/IconVerticalSolidList"/>
    <dgm:cxn modelId="{D9D3FF65-E899-4F4D-BDAF-8E914C80DD77}" srcId="{3140BBCF-D957-4CFF-8792-0E089AFE6284}" destId="{926B631F-982F-41D7-A17C-D1072FA08CCB}" srcOrd="0" destOrd="0" parTransId="{3DC3179F-80FD-4B5B-B531-12B382AE1D96}" sibTransId="{B69026B0-A32C-468D-8001-FE40EED4717D}"/>
    <dgm:cxn modelId="{DC4AF88B-8F70-44C6-B555-E40BAF0BA339}" type="presOf" srcId="{2EA4F4EF-6A34-4B7E-9E0F-77B621850D22}" destId="{1E00ACFD-9D8A-4605-BF8A-AD1CD1C6C930}" srcOrd="0" destOrd="0" presId="urn:microsoft.com/office/officeart/2018/2/layout/IconVerticalSolidList"/>
    <dgm:cxn modelId="{7F6EAB94-B96E-477A-A462-5530616213DA}" type="presOf" srcId="{32E75AC8-0309-4BEC-8578-0CB7E7DC7A10}" destId="{6CA793EF-B1F4-4456-879F-7BD445ADC1BB}" srcOrd="0" destOrd="0" presId="urn:microsoft.com/office/officeart/2018/2/layout/IconVerticalSolidList"/>
    <dgm:cxn modelId="{B04AB5BA-57ED-4C21-BE1C-C95D937ADB66}" type="presOf" srcId="{3140BBCF-D957-4CFF-8792-0E089AFE6284}" destId="{76723C45-FAEE-4E6E-9136-3EE66EBA92C2}" srcOrd="0" destOrd="0" presId="urn:microsoft.com/office/officeart/2018/2/layout/IconVerticalSolidList"/>
    <dgm:cxn modelId="{136013DF-3774-46AA-ABF4-4D5D52DAAE45}" srcId="{3140BBCF-D957-4CFF-8792-0E089AFE6284}" destId="{2EA4F4EF-6A34-4B7E-9E0F-77B621850D22}" srcOrd="2" destOrd="0" parTransId="{9896F298-0A2A-4847-B3F8-E176D5D05A7C}" sibTransId="{F67216C2-FF4A-438E-A9EC-5009FE57AB79}"/>
    <dgm:cxn modelId="{CC0D3CF8-180F-4547-BC4B-02D1EF261CE6}" type="presOf" srcId="{926B631F-982F-41D7-A17C-D1072FA08CCB}" destId="{E71788D8-A383-43E3-9678-12B8B38E0859}" srcOrd="0" destOrd="0" presId="urn:microsoft.com/office/officeart/2018/2/layout/IconVerticalSolidList"/>
    <dgm:cxn modelId="{643AFE9E-71E7-4774-9966-B6AC6630265A}" type="presParOf" srcId="{76723C45-FAEE-4E6E-9136-3EE66EBA92C2}" destId="{B71C77B6-CC5D-4758-83E3-81CD7B38B884}" srcOrd="0" destOrd="0" presId="urn:microsoft.com/office/officeart/2018/2/layout/IconVerticalSolidList"/>
    <dgm:cxn modelId="{FF6EF012-C70F-4321-81D2-EA86B57A7597}" type="presParOf" srcId="{B71C77B6-CC5D-4758-83E3-81CD7B38B884}" destId="{D4AB3AFC-19E0-4BEB-ABBE-F31BDAD3483B}" srcOrd="0" destOrd="0" presId="urn:microsoft.com/office/officeart/2018/2/layout/IconVerticalSolidList"/>
    <dgm:cxn modelId="{87B7E564-8423-4DE7-BA49-BDA0D60B5FC4}" type="presParOf" srcId="{B71C77B6-CC5D-4758-83E3-81CD7B38B884}" destId="{DCECDE37-0F55-4DA7-9770-F92040115C2A}" srcOrd="1" destOrd="0" presId="urn:microsoft.com/office/officeart/2018/2/layout/IconVerticalSolidList"/>
    <dgm:cxn modelId="{92B57B3E-37E3-48E7-A33E-2D3F05812AD9}" type="presParOf" srcId="{B71C77B6-CC5D-4758-83E3-81CD7B38B884}" destId="{E301447E-0134-4985-9DEE-4D78AE9B8008}" srcOrd="2" destOrd="0" presId="urn:microsoft.com/office/officeart/2018/2/layout/IconVerticalSolidList"/>
    <dgm:cxn modelId="{CD68462E-BC97-472E-B64D-87A6943BD77B}" type="presParOf" srcId="{B71C77B6-CC5D-4758-83E3-81CD7B38B884}" destId="{E71788D8-A383-43E3-9678-12B8B38E0859}" srcOrd="3" destOrd="0" presId="urn:microsoft.com/office/officeart/2018/2/layout/IconVerticalSolidList"/>
    <dgm:cxn modelId="{F2A952E2-61E5-481D-93E6-70591B412856}" type="presParOf" srcId="{76723C45-FAEE-4E6E-9136-3EE66EBA92C2}" destId="{FFCEE756-A276-4196-AD04-F85860CA3726}" srcOrd="1" destOrd="0" presId="urn:microsoft.com/office/officeart/2018/2/layout/IconVerticalSolidList"/>
    <dgm:cxn modelId="{524403F7-E4A8-4C5E-8BF4-D0BF00735A13}" type="presParOf" srcId="{76723C45-FAEE-4E6E-9136-3EE66EBA92C2}" destId="{20AB8B70-227B-410D-B635-388AEFA480F5}" srcOrd="2" destOrd="0" presId="urn:microsoft.com/office/officeart/2018/2/layout/IconVerticalSolidList"/>
    <dgm:cxn modelId="{278BC254-4DFE-47C8-9436-5BA17230D60F}" type="presParOf" srcId="{20AB8B70-227B-410D-B635-388AEFA480F5}" destId="{AF5E1936-28BF-4EE5-A073-3733E30E9387}" srcOrd="0" destOrd="0" presId="urn:microsoft.com/office/officeart/2018/2/layout/IconVerticalSolidList"/>
    <dgm:cxn modelId="{B1C18672-55A6-43A0-BBE6-998F5B4501AC}" type="presParOf" srcId="{20AB8B70-227B-410D-B635-388AEFA480F5}" destId="{494B8EFF-DB17-4C81-B6AF-4AEC600E283C}" srcOrd="1" destOrd="0" presId="urn:microsoft.com/office/officeart/2018/2/layout/IconVerticalSolidList"/>
    <dgm:cxn modelId="{F3826653-4A67-4128-8A63-6492DDC01D13}" type="presParOf" srcId="{20AB8B70-227B-410D-B635-388AEFA480F5}" destId="{4F568AE6-FA91-48E2-9E7E-FC5946A4DE17}" srcOrd="2" destOrd="0" presId="urn:microsoft.com/office/officeart/2018/2/layout/IconVerticalSolidList"/>
    <dgm:cxn modelId="{E01E2A90-2B15-4494-AF50-2C23E4621955}" type="presParOf" srcId="{20AB8B70-227B-410D-B635-388AEFA480F5}" destId="{6CA793EF-B1F4-4456-879F-7BD445ADC1BB}" srcOrd="3" destOrd="0" presId="urn:microsoft.com/office/officeart/2018/2/layout/IconVerticalSolidList"/>
    <dgm:cxn modelId="{2B521CD4-03E4-48F6-90A3-EC7D3A083ABE}" type="presParOf" srcId="{76723C45-FAEE-4E6E-9136-3EE66EBA92C2}" destId="{082BB156-CCB8-4D88-A48D-7645289CAD5D}" srcOrd="3" destOrd="0" presId="urn:microsoft.com/office/officeart/2018/2/layout/IconVerticalSolidList"/>
    <dgm:cxn modelId="{32C4FFBF-DEA0-4A81-9C00-77B08547DD4A}" type="presParOf" srcId="{76723C45-FAEE-4E6E-9136-3EE66EBA92C2}" destId="{B0E392E9-FC1E-488E-8AD0-D7464CB4E47A}" srcOrd="4" destOrd="0" presId="urn:microsoft.com/office/officeart/2018/2/layout/IconVerticalSolidList"/>
    <dgm:cxn modelId="{BCE75418-8B9C-4071-8DF3-A5174A1D6BC8}" type="presParOf" srcId="{B0E392E9-FC1E-488E-8AD0-D7464CB4E47A}" destId="{D410ED39-CFF7-4BA1-81D4-A18D06067C93}" srcOrd="0" destOrd="0" presId="urn:microsoft.com/office/officeart/2018/2/layout/IconVerticalSolidList"/>
    <dgm:cxn modelId="{DD71823A-A954-409B-A2EF-90B4530F3F6F}" type="presParOf" srcId="{B0E392E9-FC1E-488E-8AD0-D7464CB4E47A}" destId="{383E7A62-524B-4825-866E-94810E74C16B}" srcOrd="1" destOrd="0" presId="urn:microsoft.com/office/officeart/2018/2/layout/IconVerticalSolidList"/>
    <dgm:cxn modelId="{16893679-D5AF-4524-A576-BA062B2C4216}" type="presParOf" srcId="{B0E392E9-FC1E-488E-8AD0-D7464CB4E47A}" destId="{138D36E5-403F-4FA2-9406-BE3D0A982F7B}" srcOrd="2" destOrd="0" presId="urn:microsoft.com/office/officeart/2018/2/layout/IconVerticalSolidList"/>
    <dgm:cxn modelId="{2C414F5E-FF15-43FC-A7D3-2AC4D589325B}" type="presParOf" srcId="{B0E392E9-FC1E-488E-8AD0-D7464CB4E47A}" destId="{1E00ACFD-9D8A-4605-BF8A-AD1CD1C6C930}" srcOrd="3" destOrd="0" presId="urn:microsoft.com/office/officeart/2018/2/layout/IconVerticalSolidList"/>
    <dgm:cxn modelId="{958DCABA-CB94-4EE2-98A9-E91547523E25}" type="presParOf" srcId="{76723C45-FAEE-4E6E-9136-3EE66EBA92C2}" destId="{829A7D82-734A-44F1-9393-5AFE651961A5}" srcOrd="5" destOrd="0" presId="urn:microsoft.com/office/officeart/2018/2/layout/IconVerticalSolidList"/>
    <dgm:cxn modelId="{9F1E6F99-F481-4625-93E2-D8E0C1207E1B}" type="presParOf" srcId="{76723C45-FAEE-4E6E-9136-3EE66EBA92C2}" destId="{A6247C53-D01B-4DAB-B790-F893CC8D489F}" srcOrd="6" destOrd="0" presId="urn:microsoft.com/office/officeart/2018/2/layout/IconVerticalSolidList"/>
    <dgm:cxn modelId="{ED4B1407-43E8-476C-AA70-42DB1D82FF46}" type="presParOf" srcId="{A6247C53-D01B-4DAB-B790-F893CC8D489F}" destId="{23AF3896-1E28-447A-BECA-2431D865FF7B}" srcOrd="0" destOrd="0" presId="urn:microsoft.com/office/officeart/2018/2/layout/IconVerticalSolidList"/>
    <dgm:cxn modelId="{618766D1-A9C4-41FD-8C12-E68CD81176BF}" type="presParOf" srcId="{A6247C53-D01B-4DAB-B790-F893CC8D489F}" destId="{F715FC77-9FAC-4F56-B9C7-AA86E4FCF265}" srcOrd="1" destOrd="0" presId="urn:microsoft.com/office/officeart/2018/2/layout/IconVerticalSolidList"/>
    <dgm:cxn modelId="{498DA585-C2F2-447E-B6A1-491845AA79BC}" type="presParOf" srcId="{A6247C53-D01B-4DAB-B790-F893CC8D489F}" destId="{E579FFBB-587F-4210-8BFB-6125BA087DC4}" srcOrd="2" destOrd="0" presId="urn:microsoft.com/office/officeart/2018/2/layout/IconVerticalSolidList"/>
    <dgm:cxn modelId="{45ACA711-094A-44DE-831D-42E082F47692}" type="presParOf" srcId="{A6247C53-D01B-4DAB-B790-F893CC8D489F}" destId="{1FDDA89E-D991-4BA1-B775-153E3B0801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50DB7D-0472-4138-83B6-33DE4AA53741}">
      <dsp:nvSpPr>
        <dsp:cNvPr id="0" name=""/>
        <dsp:cNvSpPr/>
      </dsp:nvSpPr>
      <dsp:spPr>
        <a:xfrm>
          <a:off x="275" y="1141060"/>
          <a:ext cx="543375" cy="54337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6C2D2F-9DCE-4936-9EBF-C9F323353B64}">
      <dsp:nvSpPr>
        <dsp:cNvPr id="0" name=""/>
        <dsp:cNvSpPr/>
      </dsp:nvSpPr>
      <dsp:spPr>
        <a:xfrm>
          <a:off x="114384" y="1255169"/>
          <a:ext cx="315157" cy="3151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8D5A2-DBC0-437B-9268-4DB89489B46F}">
      <dsp:nvSpPr>
        <dsp:cNvPr id="0" name=""/>
        <dsp:cNvSpPr/>
      </dsp:nvSpPr>
      <dsp:spPr>
        <a:xfrm>
          <a:off x="660088" y="1141060"/>
          <a:ext cx="1280812" cy="543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Visual Part of computer application or operating system through which a user interacts with a computer or software.</a:t>
          </a:r>
          <a:endParaRPr lang="en-US" sz="1100" kern="1200"/>
        </a:p>
      </dsp:txBody>
      <dsp:txXfrm>
        <a:off x="660088" y="1141060"/>
        <a:ext cx="1280812" cy="543375"/>
      </dsp:txXfrm>
    </dsp:sp>
    <dsp:sp modelId="{CA634A9A-B285-425C-A942-29896E808E2F}">
      <dsp:nvSpPr>
        <dsp:cNvPr id="0" name=""/>
        <dsp:cNvSpPr/>
      </dsp:nvSpPr>
      <dsp:spPr>
        <a:xfrm>
          <a:off x="2164072" y="1141060"/>
          <a:ext cx="543375" cy="54337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800910-9EDA-4E20-BC8B-48632314CCEA}">
      <dsp:nvSpPr>
        <dsp:cNvPr id="0" name=""/>
        <dsp:cNvSpPr/>
      </dsp:nvSpPr>
      <dsp:spPr>
        <a:xfrm>
          <a:off x="2278181" y="1255169"/>
          <a:ext cx="315157" cy="3151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198756-E4B7-4C06-8EEB-109F0BC9A7F5}">
      <dsp:nvSpPr>
        <dsp:cNvPr id="0" name=""/>
        <dsp:cNvSpPr/>
      </dsp:nvSpPr>
      <dsp:spPr>
        <a:xfrm>
          <a:off x="2823885" y="1141060"/>
          <a:ext cx="1280812" cy="543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This can include display screens, keyboard, a mouse and the appearance of a desktop.</a:t>
          </a:r>
          <a:endParaRPr lang="en-US" sz="1100" kern="1200"/>
        </a:p>
      </dsp:txBody>
      <dsp:txXfrm>
        <a:off x="2823885" y="1141060"/>
        <a:ext cx="1280812" cy="543375"/>
      </dsp:txXfrm>
    </dsp:sp>
    <dsp:sp modelId="{E11D2474-F935-4B1C-BBB7-3F91383534F3}">
      <dsp:nvSpPr>
        <dsp:cNvPr id="0" name=""/>
        <dsp:cNvSpPr/>
      </dsp:nvSpPr>
      <dsp:spPr>
        <a:xfrm>
          <a:off x="4327869" y="1141060"/>
          <a:ext cx="543375" cy="54337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1ADDDC-B276-4C9D-9BE3-671BE868801B}">
      <dsp:nvSpPr>
        <dsp:cNvPr id="0" name=""/>
        <dsp:cNvSpPr/>
      </dsp:nvSpPr>
      <dsp:spPr>
        <a:xfrm>
          <a:off x="4441978" y="1255169"/>
          <a:ext cx="315157" cy="3151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50BF38-10D3-4B79-8C1B-0221DDE22542}">
      <dsp:nvSpPr>
        <dsp:cNvPr id="0" name=""/>
        <dsp:cNvSpPr/>
      </dsp:nvSpPr>
      <dsp:spPr>
        <a:xfrm>
          <a:off x="4987681" y="1141060"/>
          <a:ext cx="1280812" cy="543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It is also the way of through which a user interacts with an application or website</a:t>
          </a:r>
          <a:endParaRPr lang="en-US" sz="1100" kern="1200"/>
        </a:p>
      </dsp:txBody>
      <dsp:txXfrm>
        <a:off x="4987681" y="1141060"/>
        <a:ext cx="1280812" cy="5433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930652-25FF-4A38-9D88-C5C1CF3EDBD6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7A6E1D-AB51-4638-A8BA-35F6A97A6376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761A48-CA0A-4AA4-8114-AC926610D976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pwd </a:t>
          </a:r>
          <a:r>
            <a:rPr lang="en-GB" sz="1900" kern="1200"/>
            <a:t>outputs the name of the current working directory.</a:t>
          </a:r>
          <a:endParaRPr lang="en-US" sz="1900" kern="1200"/>
        </a:p>
      </dsp:txBody>
      <dsp:txXfrm>
        <a:off x="836323" y="3399"/>
        <a:ext cx="9679276" cy="724089"/>
      </dsp:txXfrm>
    </dsp:sp>
    <dsp:sp modelId="{83778881-3F9E-4302-A700-38B2951777BC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12FD43-E686-4EB8-9BD7-F88BF4F1F1CE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AD7A3-8C5E-4A23-9B5D-9F1C66E34BDE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ls</a:t>
          </a:r>
          <a:r>
            <a:rPr lang="en-GB" sz="1900" kern="1200"/>
            <a:t> lists all files and directories in the working directory.</a:t>
          </a:r>
          <a:endParaRPr lang="en-US" sz="1900" kern="1200"/>
        </a:p>
      </dsp:txBody>
      <dsp:txXfrm>
        <a:off x="836323" y="908511"/>
        <a:ext cx="9679276" cy="724089"/>
      </dsp:txXfrm>
    </dsp:sp>
    <dsp:sp modelId="{FF689B0B-8FDD-4B82-91EC-A268C2EA4262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8B8DB8-F55A-4B60-A441-68024B75FF2D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954943-B8C2-467E-8943-7930722D2619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cd</a:t>
          </a:r>
          <a:r>
            <a:rPr lang="en-GB" sz="1900" kern="1200"/>
            <a:t> switches you into the directory you specify.</a:t>
          </a:r>
          <a:endParaRPr lang="en-US" sz="1900" kern="1200"/>
        </a:p>
      </dsp:txBody>
      <dsp:txXfrm>
        <a:off x="836323" y="1813624"/>
        <a:ext cx="9679276" cy="724089"/>
      </dsp:txXfrm>
    </dsp:sp>
    <dsp:sp modelId="{CFEB8B64-9ACA-4C4A-A52D-EB0C3FC28A41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4C4075-61AA-4050-ABA7-BEAF15392AB7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590DF-A3D1-4DD3-B308-9C7F39348DC4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mkdir</a:t>
          </a:r>
          <a:r>
            <a:rPr lang="en-GB" sz="1900" kern="1200"/>
            <a:t> creates a new directory in the working directory.</a:t>
          </a:r>
          <a:endParaRPr lang="en-US" sz="1900" kern="1200"/>
        </a:p>
      </dsp:txBody>
      <dsp:txXfrm>
        <a:off x="836323" y="2718736"/>
        <a:ext cx="9679276" cy="724089"/>
      </dsp:txXfrm>
    </dsp:sp>
    <dsp:sp modelId="{79A6C202-C091-454D-9036-4174D769F031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258ED1-1E13-4165-9459-1B6002D14F2C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FCF372-1E1A-4DD1-A8F5-104C880607C9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touch</a:t>
          </a:r>
          <a:r>
            <a:rPr lang="en-GB" sz="1900" kern="1200"/>
            <a:t> creates a new file inside the working directory</a:t>
          </a:r>
          <a:endParaRPr lang="en-US" sz="1900" kern="1200"/>
        </a:p>
      </dsp:txBody>
      <dsp:txXfrm>
        <a:off x="836323" y="3623848"/>
        <a:ext cx="9679276" cy="7240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5DD64E-A5F0-48E0-819F-D25D2FF53203}">
      <dsp:nvSpPr>
        <dsp:cNvPr id="0" name=""/>
        <dsp:cNvSpPr/>
      </dsp:nvSpPr>
      <dsp:spPr>
        <a:xfrm>
          <a:off x="1963800" y="53403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F1B595-4250-4725-8286-C987195CADA2}">
      <dsp:nvSpPr>
        <dsp:cNvPr id="0" name=""/>
        <dsp:cNvSpPr/>
      </dsp:nvSpPr>
      <dsp:spPr>
        <a:xfrm>
          <a:off x="559800" y="218721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kern="1200"/>
            <a:t>Without Git:</a:t>
          </a:r>
          <a:endParaRPr lang="en-US" sz="3600" kern="1200"/>
        </a:p>
      </dsp:txBody>
      <dsp:txXfrm>
        <a:off x="559800" y="2187217"/>
        <a:ext cx="4320000" cy="648000"/>
      </dsp:txXfrm>
    </dsp:sp>
    <dsp:sp modelId="{0A231773-DAE2-4CFA-8CC2-9F878CD075DB}">
      <dsp:nvSpPr>
        <dsp:cNvPr id="0" name=""/>
        <dsp:cNvSpPr/>
      </dsp:nvSpPr>
      <dsp:spPr>
        <a:xfrm>
          <a:off x="559800" y="2900883"/>
          <a:ext cx="4320000" cy="91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You might overwrite files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You lose old versions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Teamwork becomes messy </a:t>
          </a:r>
          <a:endParaRPr lang="en-US" sz="1700" kern="1200"/>
        </a:p>
      </dsp:txBody>
      <dsp:txXfrm>
        <a:off x="559800" y="2900883"/>
        <a:ext cx="4320000" cy="916417"/>
      </dsp:txXfrm>
    </dsp:sp>
    <dsp:sp modelId="{EFD78BA3-0DCE-499F-8F54-C38F66DD87D1}">
      <dsp:nvSpPr>
        <dsp:cNvPr id="0" name=""/>
        <dsp:cNvSpPr/>
      </dsp:nvSpPr>
      <dsp:spPr>
        <a:xfrm>
          <a:off x="7039800" y="53403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CD24A-EC77-4A59-909F-D00B3111848F}">
      <dsp:nvSpPr>
        <dsp:cNvPr id="0" name=""/>
        <dsp:cNvSpPr/>
      </dsp:nvSpPr>
      <dsp:spPr>
        <a:xfrm>
          <a:off x="5635800" y="218721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kern="1200"/>
            <a:t>With Git:</a:t>
          </a:r>
          <a:endParaRPr lang="en-US" sz="3600" kern="1200"/>
        </a:p>
      </dsp:txBody>
      <dsp:txXfrm>
        <a:off x="5635800" y="2187217"/>
        <a:ext cx="4320000" cy="648000"/>
      </dsp:txXfrm>
    </dsp:sp>
    <dsp:sp modelId="{A0875B41-626E-412C-B660-4FCC267AF795}">
      <dsp:nvSpPr>
        <dsp:cNvPr id="0" name=""/>
        <dsp:cNvSpPr/>
      </dsp:nvSpPr>
      <dsp:spPr>
        <a:xfrm>
          <a:off x="5635800" y="2900883"/>
          <a:ext cx="4320000" cy="916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Every change is saved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Mistakes are reversible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Multiple people can work together smoothly</a:t>
          </a:r>
          <a:endParaRPr lang="en-US" sz="1700" kern="1200"/>
        </a:p>
      </dsp:txBody>
      <dsp:txXfrm>
        <a:off x="5635800" y="2900883"/>
        <a:ext cx="4320000" cy="9164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E4B241-68DD-474E-8BC0-FC3570BE138B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6B7903-075B-461F-A66F-243BBF574A77}">
      <dsp:nvSpPr>
        <dsp:cNvPr id="0" name=""/>
        <dsp:cNvSpPr/>
      </dsp:nvSpPr>
      <dsp:spPr>
        <a:xfrm>
          <a:off x="0" y="0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kern="1200"/>
            <a:t>Create a new git project in your workstation</a:t>
          </a:r>
          <a:endParaRPr lang="en-US" sz="4300" kern="1200"/>
        </a:p>
      </dsp:txBody>
      <dsp:txXfrm>
        <a:off x="0" y="0"/>
        <a:ext cx="10515600" cy="2175669"/>
      </dsp:txXfrm>
    </dsp:sp>
    <dsp:sp modelId="{CB1A98A8-CEDC-464F-A9E2-CF83A6942AA4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40B09-20A0-4D61-BE04-7A69A764CF5B}">
      <dsp:nvSpPr>
        <dsp:cNvPr id="0" name=""/>
        <dsp:cNvSpPr/>
      </dsp:nvSpPr>
      <dsp:spPr>
        <a:xfrm>
          <a:off x="0" y="2175669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kern="1200"/>
            <a:t>Open command prompt and navigate to the respective folder location in your workstation</a:t>
          </a:r>
          <a:endParaRPr lang="en-US" sz="4300" kern="1200"/>
        </a:p>
      </dsp:txBody>
      <dsp:txXfrm>
        <a:off x="0" y="2175669"/>
        <a:ext cx="10515600" cy="21756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20455A-E46B-42DB-AD60-D211B71170DE}">
      <dsp:nvSpPr>
        <dsp:cNvPr id="0" name=""/>
        <dsp:cNvSpPr/>
      </dsp:nvSpPr>
      <dsp:spPr>
        <a:xfrm>
          <a:off x="559800" y="360982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44697A-9B0F-4993-BFB6-110CDDBC4279}">
      <dsp:nvSpPr>
        <dsp:cNvPr id="0" name=""/>
        <dsp:cNvSpPr/>
      </dsp:nvSpPr>
      <dsp:spPr>
        <a:xfrm>
          <a:off x="559800" y="202904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kern="1200"/>
            <a:t>Typical teamwork flow:</a:t>
          </a:r>
          <a:endParaRPr lang="en-US" sz="2300" kern="1200"/>
        </a:p>
      </dsp:txBody>
      <dsp:txXfrm>
        <a:off x="559800" y="2029045"/>
        <a:ext cx="4320000" cy="648000"/>
      </dsp:txXfrm>
    </dsp:sp>
    <dsp:sp modelId="{A0343027-4549-4C16-B52E-63EBEB34CE5B}">
      <dsp:nvSpPr>
        <dsp:cNvPr id="0" name=""/>
        <dsp:cNvSpPr/>
      </dsp:nvSpPr>
      <dsp:spPr>
        <a:xfrm>
          <a:off x="559800" y="2749633"/>
          <a:ext cx="4320000" cy="1240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Push code to GitHub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Others pull the code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Everyone works together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Changes are merged</a:t>
          </a:r>
          <a:endParaRPr lang="en-US" sz="1700" kern="1200"/>
        </a:p>
      </dsp:txBody>
      <dsp:txXfrm>
        <a:off x="559800" y="2749633"/>
        <a:ext cx="4320000" cy="1240722"/>
      </dsp:txXfrm>
    </dsp:sp>
    <dsp:sp modelId="{97E79BBB-837E-4508-A860-FC166D9F8CE8}">
      <dsp:nvSpPr>
        <dsp:cNvPr id="0" name=""/>
        <dsp:cNvSpPr/>
      </dsp:nvSpPr>
      <dsp:spPr>
        <a:xfrm>
          <a:off x="5635800" y="360982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FD8FB-8231-46DD-8CBF-195E3AF4AB29}">
      <dsp:nvSpPr>
        <dsp:cNvPr id="0" name=""/>
        <dsp:cNvSpPr/>
      </dsp:nvSpPr>
      <dsp:spPr>
        <a:xfrm>
          <a:off x="5635800" y="202904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kern="1200"/>
            <a:t>This is how real companies work</a:t>
          </a:r>
          <a:endParaRPr lang="en-US" sz="2300" kern="1200"/>
        </a:p>
      </dsp:txBody>
      <dsp:txXfrm>
        <a:off x="5635800" y="2029045"/>
        <a:ext cx="4320000" cy="648000"/>
      </dsp:txXfrm>
    </dsp:sp>
    <dsp:sp modelId="{23694319-B312-42E0-8ECD-197163AD8DFD}">
      <dsp:nvSpPr>
        <dsp:cNvPr id="0" name=""/>
        <dsp:cNvSpPr/>
      </dsp:nvSpPr>
      <dsp:spPr>
        <a:xfrm>
          <a:off x="5635800" y="2749633"/>
          <a:ext cx="4320000" cy="1240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AB3AFC-19E0-4BEB-ABBE-F31BDAD3483B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ECDE37-0F55-4DA7-9770-F92040115C2A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1788D8-A383-43E3-9678-12B8B38E0859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Git is not scary </a:t>
          </a:r>
          <a:endParaRPr lang="en-US" sz="2200" kern="1200"/>
        </a:p>
      </dsp:txBody>
      <dsp:txXfrm>
        <a:off x="1057183" y="1805"/>
        <a:ext cx="9458416" cy="915310"/>
      </dsp:txXfrm>
    </dsp:sp>
    <dsp:sp modelId="{AF5E1936-28BF-4EE5-A073-3733E30E9387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4B8EFF-DB17-4C81-B6AF-4AEC600E283C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A793EF-B1F4-4456-879F-7BD445ADC1BB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Everyone learns it step by step</a:t>
          </a:r>
          <a:endParaRPr lang="en-US" sz="2200" kern="1200"/>
        </a:p>
      </dsp:txBody>
      <dsp:txXfrm>
        <a:off x="1057183" y="1145944"/>
        <a:ext cx="9458416" cy="915310"/>
      </dsp:txXfrm>
    </dsp:sp>
    <dsp:sp modelId="{D410ED39-CFF7-4BA1-81D4-A18D06067C93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3E7A62-524B-4825-866E-94810E74C16B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0ACFD-9D8A-4605-BF8A-AD1CD1C6C930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Practice is the key </a:t>
          </a:r>
          <a:endParaRPr lang="en-US" sz="2200" kern="1200"/>
        </a:p>
      </dsp:txBody>
      <dsp:txXfrm>
        <a:off x="1057183" y="2290082"/>
        <a:ext cx="9458416" cy="915310"/>
      </dsp:txXfrm>
    </dsp:sp>
    <dsp:sp modelId="{23AF3896-1E28-447A-BECA-2431D865FF7B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15FC77-9FAC-4F56-B9C7-AA86E4FCF265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DA89E-D991-4BA1-B775-153E3B0801A2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Start small. Commit often.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BFC88-8DC9-4AE7-BFE7-8887E65C79F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71894-42AA-4A19-ABE8-962A61AC86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412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Often with Git, you’ll need to refer back to an earlier version of a project. Commits are stored</a:t>
            </a:r>
          </a:p>
          <a:p>
            <a:r>
              <a:rPr lang="en-GB" dirty="0"/>
              <a:t>chronologically in the repository and can be viewed with:</a:t>
            </a:r>
          </a:p>
          <a:p>
            <a:r>
              <a:rPr lang="en-GB" dirty="0"/>
              <a:t>$ git log</a:t>
            </a:r>
          </a:p>
          <a:p>
            <a:r>
              <a:rPr lang="en-GB" dirty="0"/>
              <a:t>In the output, notice:</a:t>
            </a:r>
          </a:p>
          <a:p>
            <a:r>
              <a:rPr lang="en-GB" dirty="0"/>
              <a:t>● A 40-character code, called a SHA , that uniquely identifies the commit. This</a:t>
            </a:r>
          </a:p>
          <a:p>
            <a:r>
              <a:rPr lang="en-GB" dirty="0"/>
              <a:t>appears in orange text.</a:t>
            </a:r>
          </a:p>
          <a:p>
            <a:r>
              <a:rPr lang="en-GB" dirty="0"/>
              <a:t>● The commit author (you!)</a:t>
            </a:r>
          </a:p>
          <a:p>
            <a:r>
              <a:rPr lang="en-GB" dirty="0"/>
              <a:t>● The date and time of the commit</a:t>
            </a:r>
          </a:p>
          <a:p>
            <a:r>
              <a:rPr lang="en-GB" dirty="0"/>
              <a:t>● The commit message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71894-42AA-4A19-ABE8-962A61AC8614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176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7E4A6-57EC-3911-8F48-38104BF94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B8B907-17A5-809B-3E1A-F51660ABA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B8991-C4C8-17C3-FCD8-2EFAC231E6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2F6E72-FD56-48F2-9D99-08701665FB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D8D15-7C74-314B-01C0-25FCA61F7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12632-F31F-9870-DE05-561E24FD8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7E2AE8-D36E-43F0-86DF-1135E959EA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4261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6FD40-AEBA-9F30-4EAB-DE67E33A9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606E7-8A27-AC33-2678-92709A1B6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5752D-E328-A3D4-5579-BEBA768144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2F6E72-FD56-48F2-9D99-08701665FB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9A423-6A28-9C67-5B3D-80BAE4CD6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E27DD-D303-5372-C4EE-71CA048A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7E2AE8-D36E-43F0-86DF-1135E959EA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445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C9E6-5F63-68C2-5EEF-EBD8B7960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C358F-5A70-85E1-5363-CC147DFAB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E1DB1-617B-38C9-0DB5-A8B2368F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2F6E72-FD56-48F2-9D99-08701665FB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A70F2-BEC7-1E1B-8A14-F483CD6CE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F9EC5-C3D3-9452-5174-9ECA7A92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7E2AE8-D36E-43F0-86DF-1135E959EA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9668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97E8C-EA86-3992-AFBA-5EF7F1D07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863B3-DD3D-41C3-F6A8-1132B86FA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0DF24-1834-362C-BC89-1863216CB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21381-3703-DF33-3F9D-49AE94491B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2F6E72-FD56-48F2-9D99-08701665FB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C1150-89B4-13A4-7740-F648CC138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2A3B3-5CB0-D5CF-162A-68BC1F5B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7E2AE8-D36E-43F0-86DF-1135E959EA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765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06AA6-2282-6BE8-4048-B855493E5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69F67-1406-2798-D157-79CA0DBB3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38C65-807A-AC69-380C-236B38D82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8CA2F9-311B-B24F-BE4E-529C4A34DF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6BBF57-85E0-7342-D6D8-0ED556B8E2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492C2F-96BC-2129-F639-CDC79945B6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2F6E72-FD56-48F2-9D99-08701665FB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DD08E5-8FC0-6750-ADDA-B0BEA5FA6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FFA798-2710-3830-C110-36938E57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7E2AE8-D36E-43F0-86DF-1135E959EA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08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722E6-2E5B-2814-E7A8-C2DC8D73F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E44465-98E0-BA66-019C-5B53FA56B1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2F6E72-FD56-48F2-9D99-08701665FB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AF51C-FD02-B8AB-B2CC-634FD5EF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748DCA-E5DD-F71B-328F-D76C381E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7E2AE8-D36E-43F0-86DF-1135E959EA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62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1BC39-9ABE-F6B1-82C7-887FFEA82D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2F6E72-FD56-48F2-9D99-08701665FB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F11F74-368B-7A1C-2E73-F2F17FE6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5ACFA-DFE8-DBE3-C201-37620744A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7E2AE8-D36E-43F0-86DF-1135E959EA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2040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BB822-FACD-33A9-22D2-3774AC143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FDE26-4B0C-BBCC-9E88-4DEA7C2FE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03661-2ED7-444F-AD48-7C0B46A02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DC331-50B1-B8C7-B208-6C609C68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2F6E72-FD56-48F2-9D99-08701665FB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5E105-7F05-B546-0DB5-57C29D7A9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BC4F1-CDF1-AD09-2017-98E6B34E9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7E2AE8-D36E-43F0-86DF-1135E959EA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536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3187-CFDD-6233-A504-DF9996CB4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6BAA6A-21A9-6CB8-19F3-4DF045F4F9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100995-6E2E-5699-07BD-549DBECCA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4BACD-133B-D116-DB3C-57E524A9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2F6E72-FD56-48F2-9D99-08701665FB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17FD3-625D-BE1E-B176-7774AC9F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E32B5-49E2-FE5D-61AD-EEE4ADF48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7E2AE8-D36E-43F0-86DF-1135E959EA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4404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C4D37-AF6D-39C1-68A7-7D76ACFE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1E9479-825F-3AF0-C3C0-9ECE918F1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0863D-F525-74C8-3425-B86BE1BF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2F6E72-FD56-48F2-9D99-08701665FB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DBFD0-D142-C645-33DC-2D3F0C6C3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933CA-738A-BA89-F2E4-A80204397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7E2AE8-D36E-43F0-86DF-1135E959EA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077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E07F99-F6E2-D0DF-0D0C-4A5FCD45D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D50D3-56C2-6821-F196-28A6CB111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FE4C9-C929-2D7F-030B-3F3E22F3D0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2F6E72-FD56-48F2-9D99-08701665FB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18D7E-ACC6-F8CD-45D8-0542094C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61AB4-D38A-3F93-FC49-6A05A015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7E2AE8-D36E-43F0-86DF-1135E959EA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821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84F414-3BE9-3C73-9BDC-3478228779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32328" y="6310045"/>
            <a:ext cx="12256655" cy="54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58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install/window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eecodecamp.org/news/git-and-github-for-beginners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B2B5-5D80-907E-69F1-68899798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/>
          <a:p>
            <a:r>
              <a:rPr lang="en-GB" dirty="0"/>
              <a:t>Git Version control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A19C38-855A-4D69-CF86-301852C5D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/>
          <a:p>
            <a:r>
              <a:rPr lang="en-GB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562883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65E6-EB89-B674-267E-0045003A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Initial 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D8766-9C41-2C05-E1FA-72DFD0AA3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031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AE01C-6044-5B5F-C157-41FBC20E9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GB" sz="7200"/>
              <a:t>User Interface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CCB66-9A43-161C-FFA2-19CD44E91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endParaRPr lang="en-GB" sz="2800"/>
          </a:p>
        </p:txBody>
      </p:sp>
    </p:spTree>
    <p:extLst>
      <p:ext uri="{BB962C8B-B14F-4D97-AF65-F5344CB8AC3E}">
        <p14:creationId xmlns:p14="http://schemas.microsoft.com/office/powerpoint/2010/main" val="4099913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A4444-C4C5-91E9-2CBE-2992FC4E6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anchor="b">
            <a:normAutofit/>
          </a:bodyPr>
          <a:lstStyle/>
          <a:p>
            <a:r>
              <a:rPr lang="en-GB" sz="5200"/>
              <a:t>What is UI?</a:t>
            </a:r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0EE95723-8C92-F6A5-F91F-3A305772D7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8" y="3355848"/>
          <a:ext cx="6268770" cy="2825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Graphic 6" descr="Touch Pointer">
            <a:extLst>
              <a:ext uri="{FF2B5EF4-FFF2-40B4-BE49-F238E27FC236}">
                <a16:creationId xmlns:a16="http://schemas.microsoft.com/office/drawing/2014/main" id="{5C718238-FFF7-3B89-25D6-AE0E82F3B0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94066" y="1272395"/>
            <a:ext cx="4237686" cy="423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929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25EC-6F77-4C43-AB3B-99622F6F3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1" y="601744"/>
            <a:ext cx="6781800" cy="1338696"/>
          </a:xfrm>
        </p:spPr>
        <p:txBody>
          <a:bodyPr>
            <a:normAutofit/>
          </a:bodyPr>
          <a:lstStyle/>
          <a:p>
            <a:r>
              <a:rPr lang="en-GB" dirty="0"/>
              <a:t>Types of Interface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985EAB7B-F757-DB99-3813-59CDE3F447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41" r="51613" b="-1"/>
          <a:stretch/>
        </p:blipFill>
        <p:spPr>
          <a:xfrm>
            <a:off x="20" y="10"/>
            <a:ext cx="3754739" cy="6857990"/>
          </a:xfrm>
          <a:custGeom>
            <a:avLst/>
            <a:gdLst/>
            <a:ahLst/>
            <a:cxnLst/>
            <a:rect l="l" t="t" r="r" b="b"/>
            <a:pathLst>
              <a:path w="3754759" h="6858000">
                <a:moveTo>
                  <a:pt x="0" y="0"/>
                </a:moveTo>
                <a:lnTo>
                  <a:pt x="3405358" y="0"/>
                </a:lnTo>
                <a:lnTo>
                  <a:pt x="3406298" y="5103"/>
                </a:lnTo>
                <a:cubicBezTo>
                  <a:pt x="3408705" y="9272"/>
                  <a:pt x="3410993" y="13534"/>
                  <a:pt x="3408744" y="22806"/>
                </a:cubicBezTo>
                <a:cubicBezTo>
                  <a:pt x="3398212" y="18869"/>
                  <a:pt x="3412504" y="58782"/>
                  <a:pt x="3403554" y="60481"/>
                </a:cubicBezTo>
                <a:cubicBezTo>
                  <a:pt x="3417198" y="75379"/>
                  <a:pt x="3401704" y="83956"/>
                  <a:pt x="3406685" y="104437"/>
                </a:cubicBezTo>
                <a:cubicBezTo>
                  <a:pt x="3412035" y="113935"/>
                  <a:pt x="3413215" y="120918"/>
                  <a:pt x="3408439" y="130745"/>
                </a:cubicBezTo>
                <a:cubicBezTo>
                  <a:pt x="3434362" y="174436"/>
                  <a:pt x="3410826" y="157826"/>
                  <a:pt x="3422002" y="199353"/>
                </a:cubicBezTo>
                <a:cubicBezTo>
                  <a:pt x="3433366" y="235046"/>
                  <a:pt x="3441595" y="275734"/>
                  <a:pt x="3466217" y="309590"/>
                </a:cubicBezTo>
                <a:cubicBezTo>
                  <a:pt x="3473022" y="315692"/>
                  <a:pt x="3476249" y="331335"/>
                  <a:pt x="3473425" y="344525"/>
                </a:cubicBezTo>
                <a:cubicBezTo>
                  <a:pt x="3472938" y="346792"/>
                  <a:pt x="3472286" y="348904"/>
                  <a:pt x="3471491" y="350788"/>
                </a:cubicBezTo>
                <a:cubicBezTo>
                  <a:pt x="3476473" y="380853"/>
                  <a:pt x="3497528" y="490678"/>
                  <a:pt x="3503314" y="524915"/>
                </a:cubicBezTo>
                <a:cubicBezTo>
                  <a:pt x="3495110" y="528110"/>
                  <a:pt x="3511009" y="544789"/>
                  <a:pt x="3506208" y="556205"/>
                </a:cubicBezTo>
                <a:cubicBezTo>
                  <a:pt x="3501906" y="564424"/>
                  <a:pt x="3505727" y="571402"/>
                  <a:pt x="3506503" y="579730"/>
                </a:cubicBezTo>
                <a:cubicBezTo>
                  <a:pt x="3503352" y="590904"/>
                  <a:pt x="3511763" y="626437"/>
                  <a:pt x="3516997" y="635552"/>
                </a:cubicBezTo>
                <a:cubicBezTo>
                  <a:pt x="3534688" y="657082"/>
                  <a:pt x="3524838" y="708447"/>
                  <a:pt x="3538464" y="726388"/>
                </a:cubicBezTo>
                <a:cubicBezTo>
                  <a:pt x="3540659" y="733032"/>
                  <a:pt x="3541735" y="739585"/>
                  <a:pt x="3542115" y="746049"/>
                </a:cubicBezTo>
                <a:lnTo>
                  <a:pt x="3541598" y="764218"/>
                </a:lnTo>
                <a:lnTo>
                  <a:pt x="3538294" y="769538"/>
                </a:lnTo>
                <a:lnTo>
                  <a:pt x="3539714" y="780556"/>
                </a:lnTo>
                <a:lnTo>
                  <a:pt x="3539328" y="783752"/>
                </a:lnTo>
                <a:cubicBezTo>
                  <a:pt x="3538575" y="789859"/>
                  <a:pt x="3537953" y="795880"/>
                  <a:pt x="3537882" y="801812"/>
                </a:cubicBezTo>
                <a:cubicBezTo>
                  <a:pt x="3555332" y="793164"/>
                  <a:pt x="3540143" y="850853"/>
                  <a:pt x="3553763" y="833773"/>
                </a:cubicBezTo>
                <a:cubicBezTo>
                  <a:pt x="3556400" y="864868"/>
                  <a:pt x="3568671" y="840452"/>
                  <a:pt x="3557696" y="878520"/>
                </a:cubicBezTo>
                <a:cubicBezTo>
                  <a:pt x="3574636" y="926170"/>
                  <a:pt x="3572932" y="1002669"/>
                  <a:pt x="3596902" y="1039468"/>
                </a:cubicBezTo>
                <a:cubicBezTo>
                  <a:pt x="3588227" y="1035176"/>
                  <a:pt x="3582669" y="1055878"/>
                  <a:pt x="3587550" y="1069793"/>
                </a:cubicBezTo>
                <a:cubicBezTo>
                  <a:pt x="3553603" y="1054905"/>
                  <a:pt x="3620138" y="1124159"/>
                  <a:pt x="3598129" y="1137690"/>
                </a:cubicBezTo>
                <a:cubicBezTo>
                  <a:pt x="3619154" y="1137277"/>
                  <a:pt x="3657845" y="1198819"/>
                  <a:pt x="3642072" y="1229443"/>
                </a:cubicBezTo>
                <a:cubicBezTo>
                  <a:pt x="3648492" y="1274612"/>
                  <a:pt x="3667414" y="1305895"/>
                  <a:pt x="3662799" y="1353804"/>
                </a:cubicBezTo>
                <a:cubicBezTo>
                  <a:pt x="3665680" y="1355144"/>
                  <a:pt x="3668149" y="1357448"/>
                  <a:pt x="3670319" y="1360420"/>
                </a:cubicBezTo>
                <a:lnTo>
                  <a:pt x="3675717" y="1370453"/>
                </a:lnTo>
                <a:lnTo>
                  <a:pt x="3675458" y="1372456"/>
                </a:lnTo>
                <a:cubicBezTo>
                  <a:pt x="3675775" y="1380261"/>
                  <a:pt x="3677154" y="1384198"/>
                  <a:pt x="3678998" y="1386422"/>
                </a:cubicBezTo>
                <a:lnTo>
                  <a:pt x="3681613" y="1387932"/>
                </a:lnTo>
                <a:lnTo>
                  <a:pt x="3684619" y="1397028"/>
                </a:lnTo>
                <a:lnTo>
                  <a:pt x="3692094" y="1413643"/>
                </a:lnTo>
                <a:lnTo>
                  <a:pt x="3692036" y="1417975"/>
                </a:lnTo>
                <a:lnTo>
                  <a:pt x="3701043" y="1444940"/>
                </a:lnTo>
                <a:lnTo>
                  <a:pt x="3700474" y="1445893"/>
                </a:lnTo>
                <a:cubicBezTo>
                  <a:pt x="3699407" y="1448641"/>
                  <a:pt x="3699006" y="1451835"/>
                  <a:pt x="3699990" y="1456030"/>
                </a:cubicBezTo>
                <a:cubicBezTo>
                  <a:pt x="3688343" y="1458099"/>
                  <a:pt x="3696713" y="1461887"/>
                  <a:pt x="3700642" y="1474079"/>
                </a:cubicBezTo>
                <a:cubicBezTo>
                  <a:pt x="3683431" y="1480016"/>
                  <a:pt x="3700716" y="1509516"/>
                  <a:pt x="3693587" y="1522890"/>
                </a:cubicBezTo>
                <a:cubicBezTo>
                  <a:pt x="3696861" y="1531716"/>
                  <a:pt x="3700010" y="1541157"/>
                  <a:pt x="3702900" y="1551068"/>
                </a:cubicBezTo>
                <a:lnTo>
                  <a:pt x="3708038" y="1631578"/>
                </a:lnTo>
                <a:lnTo>
                  <a:pt x="3698097" y="1716642"/>
                </a:lnTo>
                <a:cubicBezTo>
                  <a:pt x="3699314" y="1747867"/>
                  <a:pt x="3695412" y="1775147"/>
                  <a:pt x="3700384" y="1801382"/>
                </a:cubicBezTo>
                <a:cubicBezTo>
                  <a:pt x="3696845" y="1812311"/>
                  <a:pt x="3695699" y="1822504"/>
                  <a:pt x="3702257" y="1832013"/>
                </a:cubicBezTo>
                <a:cubicBezTo>
                  <a:pt x="3701651" y="1861238"/>
                  <a:pt x="3693313" y="1868713"/>
                  <a:pt x="3700986" y="1886838"/>
                </a:cubicBezTo>
                <a:cubicBezTo>
                  <a:pt x="3687741" y="1903887"/>
                  <a:pt x="3693148" y="1904594"/>
                  <a:pt x="3697545" y="1912087"/>
                </a:cubicBezTo>
                <a:lnTo>
                  <a:pt x="3697885" y="1913171"/>
                </a:lnTo>
                <a:lnTo>
                  <a:pt x="3695987" y="1915505"/>
                </a:lnTo>
                <a:lnTo>
                  <a:pt x="3695284" y="1920179"/>
                </a:lnTo>
                <a:lnTo>
                  <a:pt x="3696499" y="1932787"/>
                </a:lnTo>
                <a:lnTo>
                  <a:pt x="3697473" y="1937503"/>
                </a:lnTo>
                <a:cubicBezTo>
                  <a:pt x="3697953" y="1940760"/>
                  <a:pt x="3698023" y="1942937"/>
                  <a:pt x="3697799" y="1944457"/>
                </a:cubicBezTo>
                <a:lnTo>
                  <a:pt x="3697642" y="1944638"/>
                </a:lnTo>
                <a:lnTo>
                  <a:pt x="3698268" y="1951136"/>
                </a:lnTo>
                <a:cubicBezTo>
                  <a:pt x="3699704" y="1962083"/>
                  <a:pt x="3701457" y="1972719"/>
                  <a:pt x="3703418" y="1982828"/>
                </a:cubicBezTo>
                <a:cubicBezTo>
                  <a:pt x="3694620" y="1991887"/>
                  <a:pt x="3707345" y="2028973"/>
                  <a:pt x="3689767" y="2025705"/>
                </a:cubicBezTo>
                <a:cubicBezTo>
                  <a:pt x="3691896" y="2039367"/>
                  <a:pt x="3699517" y="2047321"/>
                  <a:pt x="3687894" y="2043252"/>
                </a:cubicBezTo>
                <a:cubicBezTo>
                  <a:pt x="3688268" y="2047766"/>
                  <a:pt x="3687435" y="2050599"/>
                  <a:pt x="3686015" y="2052668"/>
                </a:cubicBezTo>
                <a:lnTo>
                  <a:pt x="3685329" y="2053280"/>
                </a:lnTo>
                <a:lnTo>
                  <a:pt x="3690348" y="2083660"/>
                </a:lnTo>
                <a:lnTo>
                  <a:pt x="3689688" y="2087758"/>
                </a:lnTo>
                <a:lnTo>
                  <a:pt x="3694656" y="2107476"/>
                </a:lnTo>
                <a:lnTo>
                  <a:pt x="3696317" y="2117709"/>
                </a:lnTo>
                <a:lnTo>
                  <a:pt x="3698652" y="2120508"/>
                </a:lnTo>
                <a:cubicBezTo>
                  <a:pt x="3700138" y="2123582"/>
                  <a:pt x="3700933" y="2128051"/>
                  <a:pt x="3700157" y="2135655"/>
                </a:cubicBezTo>
                <a:lnTo>
                  <a:pt x="3699626" y="2137431"/>
                </a:lnTo>
                <a:lnTo>
                  <a:pt x="3703486" y="2149795"/>
                </a:lnTo>
                <a:cubicBezTo>
                  <a:pt x="3705184" y="2153754"/>
                  <a:pt x="3707268" y="2157232"/>
                  <a:pt x="3709885" y="2160002"/>
                </a:cubicBezTo>
                <a:cubicBezTo>
                  <a:pt x="3698737" y="2203287"/>
                  <a:pt x="3712805" y="2242927"/>
                  <a:pt x="3712777" y="2289319"/>
                </a:cubicBezTo>
                <a:cubicBezTo>
                  <a:pt x="3693169" y="2310331"/>
                  <a:pt x="3722276" y="2389074"/>
                  <a:pt x="3742794" y="2399589"/>
                </a:cubicBezTo>
                <a:cubicBezTo>
                  <a:pt x="3725319" y="2400703"/>
                  <a:pt x="3751962" y="2457534"/>
                  <a:pt x="3753311" y="2472464"/>
                </a:cubicBezTo>
                <a:cubicBezTo>
                  <a:pt x="3753760" y="2477441"/>
                  <a:pt x="3751399" y="2477762"/>
                  <a:pt x="3743656" y="2469811"/>
                </a:cubicBezTo>
                <a:cubicBezTo>
                  <a:pt x="3746474" y="2485608"/>
                  <a:pt x="3738186" y="2502460"/>
                  <a:pt x="3730339" y="2493869"/>
                </a:cubicBezTo>
                <a:cubicBezTo>
                  <a:pt x="3748556" y="2541387"/>
                  <a:pt x="3736267" y="2613433"/>
                  <a:pt x="3746134" y="2667651"/>
                </a:cubicBezTo>
                <a:cubicBezTo>
                  <a:pt x="3730160" y="2698252"/>
                  <a:pt x="3745496" y="2681337"/>
                  <a:pt x="3743743" y="2712354"/>
                </a:cubicBezTo>
                <a:cubicBezTo>
                  <a:pt x="3759373" y="2703131"/>
                  <a:pt x="3736572" y="2750256"/>
                  <a:pt x="3754759" y="2751060"/>
                </a:cubicBezTo>
                <a:cubicBezTo>
                  <a:pt x="3753864" y="2756679"/>
                  <a:pt x="3752424" y="2762098"/>
                  <a:pt x="3750841" y="2767527"/>
                </a:cubicBezTo>
                <a:lnTo>
                  <a:pt x="3750021" y="2770377"/>
                </a:lnTo>
                <a:lnTo>
                  <a:pt x="3749874" y="2781617"/>
                </a:lnTo>
                <a:lnTo>
                  <a:pt x="3745916" y="2784975"/>
                </a:lnTo>
                <a:lnTo>
                  <a:pt x="3742888" y="2802030"/>
                </a:lnTo>
                <a:cubicBezTo>
                  <a:pt x="3742360" y="2808388"/>
                  <a:pt x="3742498" y="2815196"/>
                  <a:pt x="3743710" y="2822667"/>
                </a:cubicBezTo>
                <a:cubicBezTo>
                  <a:pt x="3751787" y="2840797"/>
                  <a:pt x="3744398" y="2870002"/>
                  <a:pt x="3746201" y="2896003"/>
                </a:cubicBezTo>
                <a:lnTo>
                  <a:pt x="3749006" y="2907846"/>
                </a:lnTo>
                <a:lnTo>
                  <a:pt x="3747206" y="2947037"/>
                </a:lnTo>
                <a:cubicBezTo>
                  <a:pt x="3747030" y="2958176"/>
                  <a:pt x="3747214" y="2969719"/>
                  <a:pt x="3748070" y="2981841"/>
                </a:cubicBezTo>
                <a:lnTo>
                  <a:pt x="3750937" y="3004278"/>
                </a:lnTo>
                <a:lnTo>
                  <a:pt x="3749761" y="3010254"/>
                </a:lnTo>
                <a:cubicBezTo>
                  <a:pt x="3750425" y="3020530"/>
                  <a:pt x="3756245" y="3033889"/>
                  <a:pt x="3749923" y="3032983"/>
                </a:cubicBezTo>
                <a:lnTo>
                  <a:pt x="3752658" y="3044429"/>
                </a:lnTo>
                <a:lnTo>
                  <a:pt x="3748217" y="3056076"/>
                </a:lnTo>
                <a:cubicBezTo>
                  <a:pt x="3747117" y="3057381"/>
                  <a:pt x="3745928" y="3058381"/>
                  <a:pt x="3744691" y="3059042"/>
                </a:cubicBezTo>
                <a:lnTo>
                  <a:pt x="3747123" y="3075102"/>
                </a:lnTo>
                <a:lnTo>
                  <a:pt x="3744190" y="3088509"/>
                </a:lnTo>
                <a:lnTo>
                  <a:pt x="3747093" y="3099930"/>
                </a:lnTo>
                <a:lnTo>
                  <a:pt x="3746799" y="3104743"/>
                </a:lnTo>
                <a:lnTo>
                  <a:pt x="3745610" y="3116729"/>
                </a:lnTo>
                <a:cubicBezTo>
                  <a:pt x="3744666" y="3122891"/>
                  <a:pt x="3743503" y="3129792"/>
                  <a:pt x="3742676" y="3137453"/>
                </a:cubicBezTo>
                <a:lnTo>
                  <a:pt x="3742441" y="3143884"/>
                </a:lnTo>
                <a:lnTo>
                  <a:pt x="3737104" y="3158122"/>
                </a:lnTo>
                <a:cubicBezTo>
                  <a:pt x="3733050" y="3168490"/>
                  <a:pt x="3730374" y="3176626"/>
                  <a:pt x="3733275" y="3185367"/>
                </a:cubicBezTo>
                <a:cubicBezTo>
                  <a:pt x="3728135" y="3200760"/>
                  <a:pt x="3712176" y="3212117"/>
                  <a:pt x="3717639" y="3233769"/>
                </a:cubicBezTo>
                <a:cubicBezTo>
                  <a:pt x="3709851" y="3227497"/>
                  <a:pt x="3717920" y="3258095"/>
                  <a:pt x="3710433" y="3262123"/>
                </a:cubicBezTo>
                <a:cubicBezTo>
                  <a:pt x="3704342" y="3264110"/>
                  <a:pt x="3705370" y="3273856"/>
                  <a:pt x="3703458" y="3281408"/>
                </a:cubicBezTo>
                <a:cubicBezTo>
                  <a:pt x="3697412" y="3287020"/>
                  <a:pt x="3693483" y="3324746"/>
                  <a:pt x="3695027" y="3337739"/>
                </a:cubicBezTo>
                <a:cubicBezTo>
                  <a:pt x="3703095" y="3374177"/>
                  <a:pt x="3679154" y="3404974"/>
                  <a:pt x="3684951" y="3434139"/>
                </a:cubicBezTo>
                <a:cubicBezTo>
                  <a:pt x="3684732" y="3441861"/>
                  <a:pt x="3683615" y="3448308"/>
                  <a:pt x="3681946" y="3453928"/>
                </a:cubicBezTo>
                <a:lnTo>
                  <a:pt x="3675939" y="3468021"/>
                </a:lnTo>
                <a:cubicBezTo>
                  <a:pt x="3674480" y="3468264"/>
                  <a:pt x="3673022" y="3468506"/>
                  <a:pt x="3671563" y="3468748"/>
                </a:cubicBezTo>
                <a:lnTo>
                  <a:pt x="3669360" y="3479164"/>
                </a:lnTo>
                <a:lnTo>
                  <a:pt x="3668060" y="3481325"/>
                </a:lnTo>
                <a:cubicBezTo>
                  <a:pt x="3665560" y="3485437"/>
                  <a:pt x="3663197" y="3489622"/>
                  <a:pt x="3661315" y="3494328"/>
                </a:cubicBezTo>
                <a:cubicBezTo>
                  <a:pt x="3678446" y="3506175"/>
                  <a:pt x="3648136" y="3536311"/>
                  <a:pt x="3664679" y="3537226"/>
                </a:cubicBezTo>
                <a:cubicBezTo>
                  <a:pt x="3657322" y="3565147"/>
                  <a:pt x="3674997" y="3558694"/>
                  <a:pt x="3654205" y="3577551"/>
                </a:cubicBezTo>
                <a:cubicBezTo>
                  <a:pt x="3653633" y="3634248"/>
                  <a:pt x="3628736" y="3694092"/>
                  <a:pt x="3637325" y="3749618"/>
                </a:cubicBezTo>
                <a:cubicBezTo>
                  <a:pt x="3631446" y="3736800"/>
                  <a:pt x="3620480" y="3747498"/>
                  <a:pt x="3620258" y="3763981"/>
                </a:cubicBezTo>
                <a:cubicBezTo>
                  <a:pt x="3596667" y="3715365"/>
                  <a:pt x="3630603" y="3842969"/>
                  <a:pt x="3608193" y="3830141"/>
                </a:cubicBezTo>
                <a:cubicBezTo>
                  <a:pt x="3625759" y="3852486"/>
                  <a:pt x="3638965" y="3943841"/>
                  <a:pt x="3616479" y="3951521"/>
                </a:cubicBezTo>
                <a:cubicBezTo>
                  <a:pt x="3607940" y="3994867"/>
                  <a:pt x="3614033" y="4040502"/>
                  <a:pt x="3595498" y="4074157"/>
                </a:cubicBezTo>
                <a:cubicBezTo>
                  <a:pt x="3597477" y="4078342"/>
                  <a:pt x="3598819" y="4082864"/>
                  <a:pt x="3599706" y="4087599"/>
                </a:cubicBezTo>
                <a:lnTo>
                  <a:pt x="3601103" y="4101515"/>
                </a:lnTo>
                <a:lnTo>
                  <a:pt x="3600274" y="4102849"/>
                </a:lnTo>
                <a:cubicBezTo>
                  <a:pt x="3598143" y="4109482"/>
                  <a:pt x="3598077" y="4114144"/>
                  <a:pt x="3598925" y="4117926"/>
                </a:cubicBezTo>
                <a:lnTo>
                  <a:pt x="3600630" y="4121966"/>
                </a:lnTo>
                <a:lnTo>
                  <a:pt x="3600331" y="4132543"/>
                </a:lnTo>
                <a:lnTo>
                  <a:pt x="3601432" y="4154003"/>
                </a:lnTo>
                <a:lnTo>
                  <a:pt x="3600054" y="4157433"/>
                </a:lnTo>
                <a:lnTo>
                  <a:pt x="3599248" y="4188888"/>
                </a:lnTo>
                <a:cubicBezTo>
                  <a:pt x="3598993" y="4188940"/>
                  <a:pt x="3598738" y="4188992"/>
                  <a:pt x="3598484" y="4189044"/>
                </a:cubicBezTo>
                <a:cubicBezTo>
                  <a:pt x="3596754" y="4190111"/>
                  <a:pt x="3595443" y="4192250"/>
                  <a:pt x="3594971" y="4196698"/>
                </a:cubicBezTo>
                <a:cubicBezTo>
                  <a:pt x="3584674" y="4185805"/>
                  <a:pt x="3590455" y="4197885"/>
                  <a:pt x="3589971" y="4211958"/>
                </a:cubicBezTo>
                <a:cubicBezTo>
                  <a:pt x="3573870" y="4198179"/>
                  <a:pt x="3579156" y="4240607"/>
                  <a:pt x="3569135" y="4243705"/>
                </a:cubicBezTo>
                <a:cubicBezTo>
                  <a:pt x="3569142" y="4254351"/>
                  <a:pt x="3568856" y="4265362"/>
                  <a:pt x="3568210" y="4276468"/>
                </a:cubicBezTo>
                <a:lnTo>
                  <a:pt x="3567613" y="4282925"/>
                </a:lnTo>
                <a:cubicBezTo>
                  <a:pt x="3567553" y="4282949"/>
                  <a:pt x="3567492" y="4282974"/>
                  <a:pt x="3567432" y="4282999"/>
                </a:cubicBezTo>
                <a:cubicBezTo>
                  <a:pt x="3566940" y="4284280"/>
                  <a:pt x="3566607" y="4286359"/>
                  <a:pt x="3566464" y="4289697"/>
                </a:cubicBezTo>
                <a:lnTo>
                  <a:pt x="3566526" y="4294698"/>
                </a:lnTo>
                <a:lnTo>
                  <a:pt x="3565367" y="4307225"/>
                </a:lnTo>
                <a:lnTo>
                  <a:pt x="3563841" y="4311164"/>
                </a:lnTo>
                <a:lnTo>
                  <a:pt x="3561610" y="4312189"/>
                </a:lnTo>
                <a:lnTo>
                  <a:pt x="3561734" y="4313408"/>
                </a:lnTo>
                <a:cubicBezTo>
                  <a:pt x="3564537" y="4323096"/>
                  <a:pt x="3569544" y="4327053"/>
                  <a:pt x="3553832" y="4334910"/>
                </a:cubicBezTo>
                <a:cubicBezTo>
                  <a:pt x="3557797" y="4356533"/>
                  <a:pt x="3548502" y="4358433"/>
                  <a:pt x="3542564" y="4385380"/>
                </a:cubicBezTo>
                <a:cubicBezTo>
                  <a:pt x="3547050" y="4398267"/>
                  <a:pt x="3544091" y="4407098"/>
                  <a:pt x="3538724" y="4415150"/>
                </a:cubicBezTo>
                <a:cubicBezTo>
                  <a:pt x="3538633" y="4442707"/>
                  <a:pt x="3529920" y="4465824"/>
                  <a:pt x="3525348" y="4495753"/>
                </a:cubicBezTo>
                <a:cubicBezTo>
                  <a:pt x="3529387" y="4530212"/>
                  <a:pt x="3514579" y="4543935"/>
                  <a:pt x="3509749" y="4575934"/>
                </a:cubicBezTo>
                <a:cubicBezTo>
                  <a:pt x="3519579" y="4606914"/>
                  <a:pt x="3496418" y="4596497"/>
                  <a:pt x="3489779" y="4611927"/>
                </a:cubicBezTo>
                <a:lnTo>
                  <a:pt x="3488856" y="4616508"/>
                </a:lnTo>
                <a:lnTo>
                  <a:pt x="3489486" y="4629163"/>
                </a:lnTo>
                <a:lnTo>
                  <a:pt x="3490242" y="4633947"/>
                </a:lnTo>
                <a:cubicBezTo>
                  <a:pt x="3490570" y="4637233"/>
                  <a:pt x="3490539" y="4639406"/>
                  <a:pt x="3490244" y="4640894"/>
                </a:cubicBezTo>
                <a:lnTo>
                  <a:pt x="3490078" y="4641059"/>
                </a:lnTo>
                <a:lnTo>
                  <a:pt x="3490403" y="4647582"/>
                </a:lnTo>
                <a:cubicBezTo>
                  <a:pt x="3491330" y="4658608"/>
                  <a:pt x="3492590" y="4669354"/>
                  <a:pt x="3494082" y="4679601"/>
                </a:cubicBezTo>
                <a:cubicBezTo>
                  <a:pt x="3484854" y="4687754"/>
                  <a:pt x="3495864" y="4725869"/>
                  <a:pt x="3478421" y="4720918"/>
                </a:cubicBezTo>
                <a:cubicBezTo>
                  <a:pt x="3479918" y="4734712"/>
                  <a:pt x="3487176" y="4743359"/>
                  <a:pt x="3475730" y="4738188"/>
                </a:cubicBezTo>
                <a:cubicBezTo>
                  <a:pt x="3475894" y="4742712"/>
                  <a:pt x="3474928" y="4745450"/>
                  <a:pt x="3473409" y="4747368"/>
                </a:cubicBezTo>
                <a:lnTo>
                  <a:pt x="3472696" y="4747913"/>
                </a:lnTo>
                <a:lnTo>
                  <a:pt x="3476304" y="4778609"/>
                </a:lnTo>
                <a:lnTo>
                  <a:pt x="3475454" y="4782623"/>
                </a:lnTo>
                <a:lnTo>
                  <a:pt x="3479507" y="4802712"/>
                </a:lnTo>
                <a:lnTo>
                  <a:pt x="3480695" y="4813049"/>
                </a:lnTo>
                <a:lnTo>
                  <a:pt x="3482902" y="4816057"/>
                </a:lnTo>
                <a:cubicBezTo>
                  <a:pt x="3484247" y="4819259"/>
                  <a:pt x="3484834" y="4823783"/>
                  <a:pt x="3483703" y="4831270"/>
                </a:cubicBezTo>
                <a:lnTo>
                  <a:pt x="3483090" y="4832984"/>
                </a:lnTo>
                <a:lnTo>
                  <a:pt x="3486378" y="4845654"/>
                </a:lnTo>
                <a:cubicBezTo>
                  <a:pt x="3487893" y="4849755"/>
                  <a:pt x="3489817" y="4853416"/>
                  <a:pt x="3492309" y="4856425"/>
                </a:cubicBezTo>
                <a:cubicBezTo>
                  <a:pt x="3479133" y="4898390"/>
                  <a:pt x="3491371" y="4939174"/>
                  <a:pt x="3489182" y="4985308"/>
                </a:cubicBezTo>
                <a:cubicBezTo>
                  <a:pt x="3492413" y="5037202"/>
                  <a:pt x="3496839" y="5073159"/>
                  <a:pt x="3498182" y="5107346"/>
                </a:cubicBezTo>
                <a:cubicBezTo>
                  <a:pt x="3500266" y="5123329"/>
                  <a:pt x="3506680" y="5240376"/>
                  <a:pt x="3499225" y="5231073"/>
                </a:cubicBezTo>
                <a:cubicBezTo>
                  <a:pt x="3515247" y="5280090"/>
                  <a:pt x="3497607" y="5309911"/>
                  <a:pt x="3504960" y="5364785"/>
                </a:cubicBezTo>
                <a:cubicBezTo>
                  <a:pt x="3487546" y="5393671"/>
                  <a:pt x="3503686" y="5378336"/>
                  <a:pt x="3500486" y="5409009"/>
                </a:cubicBezTo>
                <a:cubicBezTo>
                  <a:pt x="3516561" y="5401350"/>
                  <a:pt x="3491544" y="5446009"/>
                  <a:pt x="3509710" y="5448570"/>
                </a:cubicBezTo>
                <a:cubicBezTo>
                  <a:pt x="3508555" y="5454072"/>
                  <a:pt x="3506859" y="5459319"/>
                  <a:pt x="3505022" y="5464568"/>
                </a:cubicBezTo>
                <a:lnTo>
                  <a:pt x="3504070" y="5467320"/>
                </a:lnTo>
                <a:lnTo>
                  <a:pt x="3503399" y="5478483"/>
                </a:lnTo>
                <a:lnTo>
                  <a:pt x="3499281" y="5481443"/>
                </a:lnTo>
                <a:lnTo>
                  <a:pt x="3499047" y="5616712"/>
                </a:lnTo>
                <a:cubicBezTo>
                  <a:pt x="3502347" y="5628424"/>
                  <a:pt x="3503819" y="5666768"/>
                  <a:pt x="3498775" y="5675291"/>
                </a:cubicBezTo>
                <a:cubicBezTo>
                  <a:pt x="3497984" y="5683547"/>
                  <a:pt x="3500335" y="5692400"/>
                  <a:pt x="3494739" y="5697458"/>
                </a:cubicBezTo>
                <a:cubicBezTo>
                  <a:pt x="3492180" y="5715432"/>
                  <a:pt x="3486290" y="5756597"/>
                  <a:pt x="3483423" y="5783137"/>
                </a:cubicBezTo>
                <a:cubicBezTo>
                  <a:pt x="3491452" y="5796973"/>
                  <a:pt x="3477643" y="5819988"/>
                  <a:pt x="3477532" y="5856699"/>
                </a:cubicBezTo>
                <a:cubicBezTo>
                  <a:pt x="3486776" y="5871818"/>
                  <a:pt x="3477340" y="5881447"/>
                  <a:pt x="3490032" y="5910638"/>
                </a:cubicBezTo>
                <a:cubicBezTo>
                  <a:pt x="3488930" y="5911913"/>
                  <a:pt x="3487924" y="5913488"/>
                  <a:pt x="3487046" y="5915313"/>
                </a:cubicBezTo>
                <a:cubicBezTo>
                  <a:pt x="3481941" y="5925917"/>
                  <a:pt x="3482137" y="5942505"/>
                  <a:pt x="3487484" y="5952365"/>
                </a:cubicBezTo>
                <a:cubicBezTo>
                  <a:pt x="3504666" y="5999029"/>
                  <a:pt x="3505019" y="6042078"/>
                  <a:pt x="3509266" y="6082373"/>
                </a:cubicBezTo>
                <a:cubicBezTo>
                  <a:pt x="3512265" y="6128005"/>
                  <a:pt x="3492950" y="6098121"/>
                  <a:pt x="3509564" y="6154771"/>
                </a:cubicBezTo>
                <a:cubicBezTo>
                  <a:pt x="3503223" y="6161045"/>
                  <a:pt x="3503062" y="6168289"/>
                  <a:pt x="3506404" y="6180433"/>
                </a:cubicBezTo>
                <a:cubicBezTo>
                  <a:pt x="3507378" y="6202614"/>
                  <a:pt x="3491084" y="6201180"/>
                  <a:pt x="3501312" y="6223427"/>
                </a:cubicBezTo>
                <a:cubicBezTo>
                  <a:pt x="3492497" y="6219559"/>
                  <a:pt x="3498753" y="6265580"/>
                  <a:pt x="3489469" y="6255476"/>
                </a:cubicBezTo>
                <a:cubicBezTo>
                  <a:pt x="3481791" y="6270065"/>
                  <a:pt x="3495037" y="6276996"/>
                  <a:pt x="3488398" y="6291462"/>
                </a:cubicBezTo>
                <a:cubicBezTo>
                  <a:pt x="3487099" y="6307679"/>
                  <a:pt x="3497555" y="6282019"/>
                  <a:pt x="3498547" y="6299935"/>
                </a:cubicBezTo>
                <a:cubicBezTo>
                  <a:pt x="3498173" y="6321676"/>
                  <a:pt x="3514193" y="6321381"/>
                  <a:pt x="3494028" y="6338390"/>
                </a:cubicBezTo>
                <a:lnTo>
                  <a:pt x="3486030" y="6396716"/>
                </a:lnTo>
                <a:cubicBezTo>
                  <a:pt x="3491309" y="6409668"/>
                  <a:pt x="3488928" y="6420134"/>
                  <a:pt x="3484103" y="6430386"/>
                </a:cubicBezTo>
                <a:cubicBezTo>
                  <a:pt x="3485763" y="6460632"/>
                  <a:pt x="3478568" y="6488285"/>
                  <a:pt x="3475922" y="6522318"/>
                </a:cubicBezTo>
                <a:cubicBezTo>
                  <a:pt x="3482128" y="6559051"/>
                  <a:pt x="3468277" y="6578006"/>
                  <a:pt x="3465506" y="6614374"/>
                </a:cubicBezTo>
                <a:cubicBezTo>
                  <a:pt x="3478925" y="6650248"/>
                  <a:pt x="3446064" y="6638174"/>
                  <a:pt x="3446789" y="6668768"/>
                </a:cubicBezTo>
                <a:cubicBezTo>
                  <a:pt x="3458869" y="6718505"/>
                  <a:pt x="3435878" y="6667592"/>
                  <a:pt x="3439582" y="6744454"/>
                </a:cubicBezTo>
                <a:cubicBezTo>
                  <a:pt x="3441631" y="6748797"/>
                  <a:pt x="3439393" y="6758101"/>
                  <a:pt x="3436538" y="6757102"/>
                </a:cubicBezTo>
                <a:cubicBezTo>
                  <a:pt x="3437461" y="6773941"/>
                  <a:pt x="3420846" y="6822488"/>
                  <a:pt x="3424061" y="6846522"/>
                </a:cubicBezTo>
                <a:lnTo>
                  <a:pt x="34230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EF40B-3087-279A-4567-146038056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1" y="2201958"/>
            <a:ext cx="6781800" cy="390073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000" dirty="0"/>
              <a:t>There are three types of Interface</a:t>
            </a:r>
          </a:p>
          <a:p>
            <a:r>
              <a:rPr lang="en-GB" sz="2000" dirty="0">
                <a:highlight>
                  <a:srgbClr val="FFFF00"/>
                </a:highlight>
              </a:rPr>
              <a:t>Command Line Interface(CLI): </a:t>
            </a:r>
            <a:r>
              <a:rPr lang="en-GB" sz="2000" dirty="0"/>
              <a:t>the user must know the machine or program specific instructions or code.</a:t>
            </a:r>
          </a:p>
          <a:p>
            <a:r>
              <a:rPr lang="en-GB" sz="2000" dirty="0">
                <a:highlight>
                  <a:srgbClr val="FFFF00"/>
                </a:highlight>
              </a:rPr>
              <a:t>Menu: </a:t>
            </a:r>
            <a:r>
              <a:rPr lang="en-GB" sz="2000" dirty="0"/>
              <a:t>user chooses the command from lists </a:t>
            </a:r>
            <a:r>
              <a:rPr lang="en-GB" sz="2000"/>
              <a:t>displayed menu’s on </a:t>
            </a:r>
            <a:r>
              <a:rPr lang="en-GB" sz="2000" dirty="0"/>
              <a:t>screen.</a:t>
            </a:r>
          </a:p>
          <a:p>
            <a:r>
              <a:rPr lang="en-GB" sz="2000" dirty="0">
                <a:highlight>
                  <a:srgbClr val="FFFF00"/>
                </a:highlight>
              </a:rPr>
              <a:t>Graphical User Interface(GUI): </a:t>
            </a:r>
            <a:r>
              <a:rPr lang="en-GB" sz="2000" dirty="0"/>
              <a:t>User gives commands by selecting and clicking on icon displayed on screen. </a:t>
            </a:r>
          </a:p>
        </p:txBody>
      </p:sp>
    </p:spTree>
    <p:extLst>
      <p:ext uri="{BB962C8B-B14F-4D97-AF65-F5344CB8AC3E}">
        <p14:creationId xmlns:p14="http://schemas.microsoft.com/office/powerpoint/2010/main" val="1557334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79580-3870-7CAE-1554-E46714131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1" y="601744"/>
            <a:ext cx="6781800" cy="1338696"/>
          </a:xfrm>
        </p:spPr>
        <p:txBody>
          <a:bodyPr>
            <a:normAutofit/>
          </a:bodyPr>
          <a:lstStyle/>
          <a:p>
            <a:r>
              <a:rPr lang="en-GB" dirty="0"/>
              <a:t>Command Line Interface(CLI)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59BFD611-7F8A-BCED-EB62-1D8913FE59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41" r="51613" b="-1"/>
          <a:stretch/>
        </p:blipFill>
        <p:spPr>
          <a:xfrm>
            <a:off x="20" y="10"/>
            <a:ext cx="3754739" cy="6857990"/>
          </a:xfrm>
          <a:custGeom>
            <a:avLst/>
            <a:gdLst/>
            <a:ahLst/>
            <a:cxnLst/>
            <a:rect l="l" t="t" r="r" b="b"/>
            <a:pathLst>
              <a:path w="3754759" h="6858000">
                <a:moveTo>
                  <a:pt x="0" y="0"/>
                </a:moveTo>
                <a:lnTo>
                  <a:pt x="3405358" y="0"/>
                </a:lnTo>
                <a:lnTo>
                  <a:pt x="3406298" y="5103"/>
                </a:lnTo>
                <a:cubicBezTo>
                  <a:pt x="3408705" y="9272"/>
                  <a:pt x="3410993" y="13534"/>
                  <a:pt x="3408744" y="22806"/>
                </a:cubicBezTo>
                <a:cubicBezTo>
                  <a:pt x="3398212" y="18869"/>
                  <a:pt x="3412504" y="58782"/>
                  <a:pt x="3403554" y="60481"/>
                </a:cubicBezTo>
                <a:cubicBezTo>
                  <a:pt x="3417198" y="75379"/>
                  <a:pt x="3401704" y="83956"/>
                  <a:pt x="3406685" y="104437"/>
                </a:cubicBezTo>
                <a:cubicBezTo>
                  <a:pt x="3412035" y="113935"/>
                  <a:pt x="3413215" y="120918"/>
                  <a:pt x="3408439" y="130745"/>
                </a:cubicBezTo>
                <a:cubicBezTo>
                  <a:pt x="3434362" y="174436"/>
                  <a:pt x="3410826" y="157826"/>
                  <a:pt x="3422002" y="199353"/>
                </a:cubicBezTo>
                <a:cubicBezTo>
                  <a:pt x="3433366" y="235046"/>
                  <a:pt x="3441595" y="275734"/>
                  <a:pt x="3466217" y="309590"/>
                </a:cubicBezTo>
                <a:cubicBezTo>
                  <a:pt x="3473022" y="315692"/>
                  <a:pt x="3476249" y="331335"/>
                  <a:pt x="3473425" y="344525"/>
                </a:cubicBezTo>
                <a:cubicBezTo>
                  <a:pt x="3472938" y="346792"/>
                  <a:pt x="3472286" y="348904"/>
                  <a:pt x="3471491" y="350788"/>
                </a:cubicBezTo>
                <a:cubicBezTo>
                  <a:pt x="3476473" y="380853"/>
                  <a:pt x="3497528" y="490678"/>
                  <a:pt x="3503314" y="524915"/>
                </a:cubicBezTo>
                <a:cubicBezTo>
                  <a:pt x="3495110" y="528110"/>
                  <a:pt x="3511009" y="544789"/>
                  <a:pt x="3506208" y="556205"/>
                </a:cubicBezTo>
                <a:cubicBezTo>
                  <a:pt x="3501906" y="564424"/>
                  <a:pt x="3505727" y="571402"/>
                  <a:pt x="3506503" y="579730"/>
                </a:cubicBezTo>
                <a:cubicBezTo>
                  <a:pt x="3503352" y="590904"/>
                  <a:pt x="3511763" y="626437"/>
                  <a:pt x="3516997" y="635552"/>
                </a:cubicBezTo>
                <a:cubicBezTo>
                  <a:pt x="3534688" y="657082"/>
                  <a:pt x="3524838" y="708447"/>
                  <a:pt x="3538464" y="726388"/>
                </a:cubicBezTo>
                <a:cubicBezTo>
                  <a:pt x="3540659" y="733032"/>
                  <a:pt x="3541735" y="739585"/>
                  <a:pt x="3542115" y="746049"/>
                </a:cubicBezTo>
                <a:lnTo>
                  <a:pt x="3541598" y="764218"/>
                </a:lnTo>
                <a:lnTo>
                  <a:pt x="3538294" y="769538"/>
                </a:lnTo>
                <a:lnTo>
                  <a:pt x="3539714" y="780556"/>
                </a:lnTo>
                <a:lnTo>
                  <a:pt x="3539328" y="783752"/>
                </a:lnTo>
                <a:cubicBezTo>
                  <a:pt x="3538575" y="789859"/>
                  <a:pt x="3537953" y="795880"/>
                  <a:pt x="3537882" y="801812"/>
                </a:cubicBezTo>
                <a:cubicBezTo>
                  <a:pt x="3555332" y="793164"/>
                  <a:pt x="3540143" y="850853"/>
                  <a:pt x="3553763" y="833773"/>
                </a:cubicBezTo>
                <a:cubicBezTo>
                  <a:pt x="3556400" y="864868"/>
                  <a:pt x="3568671" y="840452"/>
                  <a:pt x="3557696" y="878520"/>
                </a:cubicBezTo>
                <a:cubicBezTo>
                  <a:pt x="3574636" y="926170"/>
                  <a:pt x="3572932" y="1002669"/>
                  <a:pt x="3596902" y="1039468"/>
                </a:cubicBezTo>
                <a:cubicBezTo>
                  <a:pt x="3588227" y="1035176"/>
                  <a:pt x="3582669" y="1055878"/>
                  <a:pt x="3587550" y="1069793"/>
                </a:cubicBezTo>
                <a:cubicBezTo>
                  <a:pt x="3553603" y="1054905"/>
                  <a:pt x="3620138" y="1124159"/>
                  <a:pt x="3598129" y="1137690"/>
                </a:cubicBezTo>
                <a:cubicBezTo>
                  <a:pt x="3619154" y="1137277"/>
                  <a:pt x="3657845" y="1198819"/>
                  <a:pt x="3642072" y="1229443"/>
                </a:cubicBezTo>
                <a:cubicBezTo>
                  <a:pt x="3648492" y="1274612"/>
                  <a:pt x="3667414" y="1305895"/>
                  <a:pt x="3662799" y="1353804"/>
                </a:cubicBezTo>
                <a:cubicBezTo>
                  <a:pt x="3665680" y="1355144"/>
                  <a:pt x="3668149" y="1357448"/>
                  <a:pt x="3670319" y="1360420"/>
                </a:cubicBezTo>
                <a:lnTo>
                  <a:pt x="3675717" y="1370453"/>
                </a:lnTo>
                <a:lnTo>
                  <a:pt x="3675458" y="1372456"/>
                </a:lnTo>
                <a:cubicBezTo>
                  <a:pt x="3675775" y="1380261"/>
                  <a:pt x="3677154" y="1384198"/>
                  <a:pt x="3678998" y="1386422"/>
                </a:cubicBezTo>
                <a:lnTo>
                  <a:pt x="3681613" y="1387932"/>
                </a:lnTo>
                <a:lnTo>
                  <a:pt x="3684619" y="1397028"/>
                </a:lnTo>
                <a:lnTo>
                  <a:pt x="3692094" y="1413643"/>
                </a:lnTo>
                <a:lnTo>
                  <a:pt x="3692036" y="1417975"/>
                </a:lnTo>
                <a:lnTo>
                  <a:pt x="3701043" y="1444940"/>
                </a:lnTo>
                <a:lnTo>
                  <a:pt x="3700474" y="1445893"/>
                </a:lnTo>
                <a:cubicBezTo>
                  <a:pt x="3699407" y="1448641"/>
                  <a:pt x="3699006" y="1451835"/>
                  <a:pt x="3699990" y="1456030"/>
                </a:cubicBezTo>
                <a:cubicBezTo>
                  <a:pt x="3688343" y="1458099"/>
                  <a:pt x="3696713" y="1461887"/>
                  <a:pt x="3700642" y="1474079"/>
                </a:cubicBezTo>
                <a:cubicBezTo>
                  <a:pt x="3683431" y="1480016"/>
                  <a:pt x="3700716" y="1509516"/>
                  <a:pt x="3693587" y="1522890"/>
                </a:cubicBezTo>
                <a:cubicBezTo>
                  <a:pt x="3696861" y="1531716"/>
                  <a:pt x="3700010" y="1541157"/>
                  <a:pt x="3702900" y="1551068"/>
                </a:cubicBezTo>
                <a:lnTo>
                  <a:pt x="3708038" y="1631578"/>
                </a:lnTo>
                <a:lnTo>
                  <a:pt x="3698097" y="1716642"/>
                </a:lnTo>
                <a:cubicBezTo>
                  <a:pt x="3699314" y="1747867"/>
                  <a:pt x="3695412" y="1775147"/>
                  <a:pt x="3700384" y="1801382"/>
                </a:cubicBezTo>
                <a:cubicBezTo>
                  <a:pt x="3696845" y="1812311"/>
                  <a:pt x="3695699" y="1822504"/>
                  <a:pt x="3702257" y="1832013"/>
                </a:cubicBezTo>
                <a:cubicBezTo>
                  <a:pt x="3701651" y="1861238"/>
                  <a:pt x="3693313" y="1868713"/>
                  <a:pt x="3700986" y="1886838"/>
                </a:cubicBezTo>
                <a:cubicBezTo>
                  <a:pt x="3687741" y="1903887"/>
                  <a:pt x="3693148" y="1904594"/>
                  <a:pt x="3697545" y="1912087"/>
                </a:cubicBezTo>
                <a:lnTo>
                  <a:pt x="3697885" y="1913171"/>
                </a:lnTo>
                <a:lnTo>
                  <a:pt x="3695987" y="1915505"/>
                </a:lnTo>
                <a:lnTo>
                  <a:pt x="3695284" y="1920179"/>
                </a:lnTo>
                <a:lnTo>
                  <a:pt x="3696499" y="1932787"/>
                </a:lnTo>
                <a:lnTo>
                  <a:pt x="3697473" y="1937503"/>
                </a:lnTo>
                <a:cubicBezTo>
                  <a:pt x="3697953" y="1940760"/>
                  <a:pt x="3698023" y="1942937"/>
                  <a:pt x="3697799" y="1944457"/>
                </a:cubicBezTo>
                <a:lnTo>
                  <a:pt x="3697642" y="1944638"/>
                </a:lnTo>
                <a:lnTo>
                  <a:pt x="3698268" y="1951136"/>
                </a:lnTo>
                <a:cubicBezTo>
                  <a:pt x="3699704" y="1962083"/>
                  <a:pt x="3701457" y="1972719"/>
                  <a:pt x="3703418" y="1982828"/>
                </a:cubicBezTo>
                <a:cubicBezTo>
                  <a:pt x="3694620" y="1991887"/>
                  <a:pt x="3707345" y="2028973"/>
                  <a:pt x="3689767" y="2025705"/>
                </a:cubicBezTo>
                <a:cubicBezTo>
                  <a:pt x="3691896" y="2039367"/>
                  <a:pt x="3699517" y="2047321"/>
                  <a:pt x="3687894" y="2043252"/>
                </a:cubicBezTo>
                <a:cubicBezTo>
                  <a:pt x="3688268" y="2047766"/>
                  <a:pt x="3687435" y="2050599"/>
                  <a:pt x="3686015" y="2052668"/>
                </a:cubicBezTo>
                <a:lnTo>
                  <a:pt x="3685329" y="2053280"/>
                </a:lnTo>
                <a:lnTo>
                  <a:pt x="3690348" y="2083660"/>
                </a:lnTo>
                <a:lnTo>
                  <a:pt x="3689688" y="2087758"/>
                </a:lnTo>
                <a:lnTo>
                  <a:pt x="3694656" y="2107476"/>
                </a:lnTo>
                <a:lnTo>
                  <a:pt x="3696317" y="2117709"/>
                </a:lnTo>
                <a:lnTo>
                  <a:pt x="3698652" y="2120508"/>
                </a:lnTo>
                <a:cubicBezTo>
                  <a:pt x="3700138" y="2123582"/>
                  <a:pt x="3700933" y="2128051"/>
                  <a:pt x="3700157" y="2135655"/>
                </a:cubicBezTo>
                <a:lnTo>
                  <a:pt x="3699626" y="2137431"/>
                </a:lnTo>
                <a:lnTo>
                  <a:pt x="3703486" y="2149795"/>
                </a:lnTo>
                <a:cubicBezTo>
                  <a:pt x="3705184" y="2153754"/>
                  <a:pt x="3707268" y="2157232"/>
                  <a:pt x="3709885" y="2160002"/>
                </a:cubicBezTo>
                <a:cubicBezTo>
                  <a:pt x="3698737" y="2203287"/>
                  <a:pt x="3712805" y="2242927"/>
                  <a:pt x="3712777" y="2289319"/>
                </a:cubicBezTo>
                <a:cubicBezTo>
                  <a:pt x="3693169" y="2310331"/>
                  <a:pt x="3722276" y="2389074"/>
                  <a:pt x="3742794" y="2399589"/>
                </a:cubicBezTo>
                <a:cubicBezTo>
                  <a:pt x="3725319" y="2400703"/>
                  <a:pt x="3751962" y="2457534"/>
                  <a:pt x="3753311" y="2472464"/>
                </a:cubicBezTo>
                <a:cubicBezTo>
                  <a:pt x="3753760" y="2477441"/>
                  <a:pt x="3751399" y="2477762"/>
                  <a:pt x="3743656" y="2469811"/>
                </a:cubicBezTo>
                <a:cubicBezTo>
                  <a:pt x="3746474" y="2485608"/>
                  <a:pt x="3738186" y="2502460"/>
                  <a:pt x="3730339" y="2493869"/>
                </a:cubicBezTo>
                <a:cubicBezTo>
                  <a:pt x="3748556" y="2541387"/>
                  <a:pt x="3736267" y="2613433"/>
                  <a:pt x="3746134" y="2667651"/>
                </a:cubicBezTo>
                <a:cubicBezTo>
                  <a:pt x="3730160" y="2698252"/>
                  <a:pt x="3745496" y="2681337"/>
                  <a:pt x="3743743" y="2712354"/>
                </a:cubicBezTo>
                <a:cubicBezTo>
                  <a:pt x="3759373" y="2703131"/>
                  <a:pt x="3736572" y="2750256"/>
                  <a:pt x="3754759" y="2751060"/>
                </a:cubicBezTo>
                <a:cubicBezTo>
                  <a:pt x="3753864" y="2756679"/>
                  <a:pt x="3752424" y="2762098"/>
                  <a:pt x="3750841" y="2767527"/>
                </a:cubicBezTo>
                <a:lnTo>
                  <a:pt x="3750021" y="2770377"/>
                </a:lnTo>
                <a:lnTo>
                  <a:pt x="3749874" y="2781617"/>
                </a:lnTo>
                <a:lnTo>
                  <a:pt x="3745916" y="2784975"/>
                </a:lnTo>
                <a:lnTo>
                  <a:pt x="3742888" y="2802030"/>
                </a:lnTo>
                <a:cubicBezTo>
                  <a:pt x="3742360" y="2808388"/>
                  <a:pt x="3742498" y="2815196"/>
                  <a:pt x="3743710" y="2822667"/>
                </a:cubicBezTo>
                <a:cubicBezTo>
                  <a:pt x="3751787" y="2840797"/>
                  <a:pt x="3744398" y="2870002"/>
                  <a:pt x="3746201" y="2896003"/>
                </a:cubicBezTo>
                <a:lnTo>
                  <a:pt x="3749006" y="2907846"/>
                </a:lnTo>
                <a:lnTo>
                  <a:pt x="3747206" y="2947037"/>
                </a:lnTo>
                <a:cubicBezTo>
                  <a:pt x="3747030" y="2958176"/>
                  <a:pt x="3747214" y="2969719"/>
                  <a:pt x="3748070" y="2981841"/>
                </a:cubicBezTo>
                <a:lnTo>
                  <a:pt x="3750937" y="3004278"/>
                </a:lnTo>
                <a:lnTo>
                  <a:pt x="3749761" y="3010254"/>
                </a:lnTo>
                <a:cubicBezTo>
                  <a:pt x="3750425" y="3020530"/>
                  <a:pt x="3756245" y="3033889"/>
                  <a:pt x="3749923" y="3032983"/>
                </a:cubicBezTo>
                <a:lnTo>
                  <a:pt x="3752658" y="3044429"/>
                </a:lnTo>
                <a:lnTo>
                  <a:pt x="3748217" y="3056076"/>
                </a:lnTo>
                <a:cubicBezTo>
                  <a:pt x="3747117" y="3057381"/>
                  <a:pt x="3745928" y="3058381"/>
                  <a:pt x="3744691" y="3059042"/>
                </a:cubicBezTo>
                <a:lnTo>
                  <a:pt x="3747123" y="3075102"/>
                </a:lnTo>
                <a:lnTo>
                  <a:pt x="3744190" y="3088509"/>
                </a:lnTo>
                <a:lnTo>
                  <a:pt x="3747093" y="3099930"/>
                </a:lnTo>
                <a:lnTo>
                  <a:pt x="3746799" y="3104743"/>
                </a:lnTo>
                <a:lnTo>
                  <a:pt x="3745610" y="3116729"/>
                </a:lnTo>
                <a:cubicBezTo>
                  <a:pt x="3744666" y="3122891"/>
                  <a:pt x="3743503" y="3129792"/>
                  <a:pt x="3742676" y="3137453"/>
                </a:cubicBezTo>
                <a:lnTo>
                  <a:pt x="3742441" y="3143884"/>
                </a:lnTo>
                <a:lnTo>
                  <a:pt x="3737104" y="3158122"/>
                </a:lnTo>
                <a:cubicBezTo>
                  <a:pt x="3733050" y="3168490"/>
                  <a:pt x="3730374" y="3176626"/>
                  <a:pt x="3733275" y="3185367"/>
                </a:cubicBezTo>
                <a:cubicBezTo>
                  <a:pt x="3728135" y="3200760"/>
                  <a:pt x="3712176" y="3212117"/>
                  <a:pt x="3717639" y="3233769"/>
                </a:cubicBezTo>
                <a:cubicBezTo>
                  <a:pt x="3709851" y="3227497"/>
                  <a:pt x="3717920" y="3258095"/>
                  <a:pt x="3710433" y="3262123"/>
                </a:cubicBezTo>
                <a:cubicBezTo>
                  <a:pt x="3704342" y="3264110"/>
                  <a:pt x="3705370" y="3273856"/>
                  <a:pt x="3703458" y="3281408"/>
                </a:cubicBezTo>
                <a:cubicBezTo>
                  <a:pt x="3697412" y="3287020"/>
                  <a:pt x="3693483" y="3324746"/>
                  <a:pt x="3695027" y="3337739"/>
                </a:cubicBezTo>
                <a:cubicBezTo>
                  <a:pt x="3703095" y="3374177"/>
                  <a:pt x="3679154" y="3404974"/>
                  <a:pt x="3684951" y="3434139"/>
                </a:cubicBezTo>
                <a:cubicBezTo>
                  <a:pt x="3684732" y="3441861"/>
                  <a:pt x="3683615" y="3448308"/>
                  <a:pt x="3681946" y="3453928"/>
                </a:cubicBezTo>
                <a:lnTo>
                  <a:pt x="3675939" y="3468021"/>
                </a:lnTo>
                <a:cubicBezTo>
                  <a:pt x="3674480" y="3468264"/>
                  <a:pt x="3673022" y="3468506"/>
                  <a:pt x="3671563" y="3468748"/>
                </a:cubicBezTo>
                <a:lnTo>
                  <a:pt x="3669360" y="3479164"/>
                </a:lnTo>
                <a:lnTo>
                  <a:pt x="3668060" y="3481325"/>
                </a:lnTo>
                <a:cubicBezTo>
                  <a:pt x="3665560" y="3485437"/>
                  <a:pt x="3663197" y="3489622"/>
                  <a:pt x="3661315" y="3494328"/>
                </a:cubicBezTo>
                <a:cubicBezTo>
                  <a:pt x="3678446" y="3506175"/>
                  <a:pt x="3648136" y="3536311"/>
                  <a:pt x="3664679" y="3537226"/>
                </a:cubicBezTo>
                <a:cubicBezTo>
                  <a:pt x="3657322" y="3565147"/>
                  <a:pt x="3674997" y="3558694"/>
                  <a:pt x="3654205" y="3577551"/>
                </a:cubicBezTo>
                <a:cubicBezTo>
                  <a:pt x="3653633" y="3634248"/>
                  <a:pt x="3628736" y="3694092"/>
                  <a:pt x="3637325" y="3749618"/>
                </a:cubicBezTo>
                <a:cubicBezTo>
                  <a:pt x="3631446" y="3736800"/>
                  <a:pt x="3620480" y="3747498"/>
                  <a:pt x="3620258" y="3763981"/>
                </a:cubicBezTo>
                <a:cubicBezTo>
                  <a:pt x="3596667" y="3715365"/>
                  <a:pt x="3630603" y="3842969"/>
                  <a:pt x="3608193" y="3830141"/>
                </a:cubicBezTo>
                <a:cubicBezTo>
                  <a:pt x="3625759" y="3852486"/>
                  <a:pt x="3638965" y="3943841"/>
                  <a:pt x="3616479" y="3951521"/>
                </a:cubicBezTo>
                <a:cubicBezTo>
                  <a:pt x="3607940" y="3994867"/>
                  <a:pt x="3614033" y="4040502"/>
                  <a:pt x="3595498" y="4074157"/>
                </a:cubicBezTo>
                <a:cubicBezTo>
                  <a:pt x="3597477" y="4078342"/>
                  <a:pt x="3598819" y="4082864"/>
                  <a:pt x="3599706" y="4087599"/>
                </a:cubicBezTo>
                <a:lnTo>
                  <a:pt x="3601103" y="4101515"/>
                </a:lnTo>
                <a:lnTo>
                  <a:pt x="3600274" y="4102849"/>
                </a:lnTo>
                <a:cubicBezTo>
                  <a:pt x="3598143" y="4109482"/>
                  <a:pt x="3598077" y="4114144"/>
                  <a:pt x="3598925" y="4117926"/>
                </a:cubicBezTo>
                <a:lnTo>
                  <a:pt x="3600630" y="4121966"/>
                </a:lnTo>
                <a:lnTo>
                  <a:pt x="3600331" y="4132543"/>
                </a:lnTo>
                <a:lnTo>
                  <a:pt x="3601432" y="4154003"/>
                </a:lnTo>
                <a:lnTo>
                  <a:pt x="3600054" y="4157433"/>
                </a:lnTo>
                <a:lnTo>
                  <a:pt x="3599248" y="4188888"/>
                </a:lnTo>
                <a:cubicBezTo>
                  <a:pt x="3598993" y="4188940"/>
                  <a:pt x="3598738" y="4188992"/>
                  <a:pt x="3598484" y="4189044"/>
                </a:cubicBezTo>
                <a:cubicBezTo>
                  <a:pt x="3596754" y="4190111"/>
                  <a:pt x="3595443" y="4192250"/>
                  <a:pt x="3594971" y="4196698"/>
                </a:cubicBezTo>
                <a:cubicBezTo>
                  <a:pt x="3584674" y="4185805"/>
                  <a:pt x="3590455" y="4197885"/>
                  <a:pt x="3589971" y="4211958"/>
                </a:cubicBezTo>
                <a:cubicBezTo>
                  <a:pt x="3573870" y="4198179"/>
                  <a:pt x="3579156" y="4240607"/>
                  <a:pt x="3569135" y="4243705"/>
                </a:cubicBezTo>
                <a:cubicBezTo>
                  <a:pt x="3569142" y="4254351"/>
                  <a:pt x="3568856" y="4265362"/>
                  <a:pt x="3568210" y="4276468"/>
                </a:cubicBezTo>
                <a:lnTo>
                  <a:pt x="3567613" y="4282925"/>
                </a:lnTo>
                <a:cubicBezTo>
                  <a:pt x="3567553" y="4282949"/>
                  <a:pt x="3567492" y="4282974"/>
                  <a:pt x="3567432" y="4282999"/>
                </a:cubicBezTo>
                <a:cubicBezTo>
                  <a:pt x="3566940" y="4284280"/>
                  <a:pt x="3566607" y="4286359"/>
                  <a:pt x="3566464" y="4289697"/>
                </a:cubicBezTo>
                <a:lnTo>
                  <a:pt x="3566526" y="4294698"/>
                </a:lnTo>
                <a:lnTo>
                  <a:pt x="3565367" y="4307225"/>
                </a:lnTo>
                <a:lnTo>
                  <a:pt x="3563841" y="4311164"/>
                </a:lnTo>
                <a:lnTo>
                  <a:pt x="3561610" y="4312189"/>
                </a:lnTo>
                <a:lnTo>
                  <a:pt x="3561734" y="4313408"/>
                </a:lnTo>
                <a:cubicBezTo>
                  <a:pt x="3564537" y="4323096"/>
                  <a:pt x="3569544" y="4327053"/>
                  <a:pt x="3553832" y="4334910"/>
                </a:cubicBezTo>
                <a:cubicBezTo>
                  <a:pt x="3557797" y="4356533"/>
                  <a:pt x="3548502" y="4358433"/>
                  <a:pt x="3542564" y="4385380"/>
                </a:cubicBezTo>
                <a:cubicBezTo>
                  <a:pt x="3547050" y="4398267"/>
                  <a:pt x="3544091" y="4407098"/>
                  <a:pt x="3538724" y="4415150"/>
                </a:cubicBezTo>
                <a:cubicBezTo>
                  <a:pt x="3538633" y="4442707"/>
                  <a:pt x="3529920" y="4465824"/>
                  <a:pt x="3525348" y="4495753"/>
                </a:cubicBezTo>
                <a:cubicBezTo>
                  <a:pt x="3529387" y="4530212"/>
                  <a:pt x="3514579" y="4543935"/>
                  <a:pt x="3509749" y="4575934"/>
                </a:cubicBezTo>
                <a:cubicBezTo>
                  <a:pt x="3519579" y="4606914"/>
                  <a:pt x="3496418" y="4596497"/>
                  <a:pt x="3489779" y="4611927"/>
                </a:cubicBezTo>
                <a:lnTo>
                  <a:pt x="3488856" y="4616508"/>
                </a:lnTo>
                <a:lnTo>
                  <a:pt x="3489486" y="4629163"/>
                </a:lnTo>
                <a:lnTo>
                  <a:pt x="3490242" y="4633947"/>
                </a:lnTo>
                <a:cubicBezTo>
                  <a:pt x="3490570" y="4637233"/>
                  <a:pt x="3490539" y="4639406"/>
                  <a:pt x="3490244" y="4640894"/>
                </a:cubicBezTo>
                <a:lnTo>
                  <a:pt x="3490078" y="4641059"/>
                </a:lnTo>
                <a:lnTo>
                  <a:pt x="3490403" y="4647582"/>
                </a:lnTo>
                <a:cubicBezTo>
                  <a:pt x="3491330" y="4658608"/>
                  <a:pt x="3492590" y="4669354"/>
                  <a:pt x="3494082" y="4679601"/>
                </a:cubicBezTo>
                <a:cubicBezTo>
                  <a:pt x="3484854" y="4687754"/>
                  <a:pt x="3495864" y="4725869"/>
                  <a:pt x="3478421" y="4720918"/>
                </a:cubicBezTo>
                <a:cubicBezTo>
                  <a:pt x="3479918" y="4734712"/>
                  <a:pt x="3487176" y="4743359"/>
                  <a:pt x="3475730" y="4738188"/>
                </a:cubicBezTo>
                <a:cubicBezTo>
                  <a:pt x="3475894" y="4742712"/>
                  <a:pt x="3474928" y="4745450"/>
                  <a:pt x="3473409" y="4747368"/>
                </a:cubicBezTo>
                <a:lnTo>
                  <a:pt x="3472696" y="4747913"/>
                </a:lnTo>
                <a:lnTo>
                  <a:pt x="3476304" y="4778609"/>
                </a:lnTo>
                <a:lnTo>
                  <a:pt x="3475454" y="4782623"/>
                </a:lnTo>
                <a:lnTo>
                  <a:pt x="3479507" y="4802712"/>
                </a:lnTo>
                <a:lnTo>
                  <a:pt x="3480695" y="4813049"/>
                </a:lnTo>
                <a:lnTo>
                  <a:pt x="3482902" y="4816057"/>
                </a:lnTo>
                <a:cubicBezTo>
                  <a:pt x="3484247" y="4819259"/>
                  <a:pt x="3484834" y="4823783"/>
                  <a:pt x="3483703" y="4831270"/>
                </a:cubicBezTo>
                <a:lnTo>
                  <a:pt x="3483090" y="4832984"/>
                </a:lnTo>
                <a:lnTo>
                  <a:pt x="3486378" y="4845654"/>
                </a:lnTo>
                <a:cubicBezTo>
                  <a:pt x="3487893" y="4849755"/>
                  <a:pt x="3489817" y="4853416"/>
                  <a:pt x="3492309" y="4856425"/>
                </a:cubicBezTo>
                <a:cubicBezTo>
                  <a:pt x="3479133" y="4898390"/>
                  <a:pt x="3491371" y="4939174"/>
                  <a:pt x="3489182" y="4985308"/>
                </a:cubicBezTo>
                <a:cubicBezTo>
                  <a:pt x="3492413" y="5037202"/>
                  <a:pt x="3496839" y="5073159"/>
                  <a:pt x="3498182" y="5107346"/>
                </a:cubicBezTo>
                <a:cubicBezTo>
                  <a:pt x="3500266" y="5123329"/>
                  <a:pt x="3506680" y="5240376"/>
                  <a:pt x="3499225" y="5231073"/>
                </a:cubicBezTo>
                <a:cubicBezTo>
                  <a:pt x="3515247" y="5280090"/>
                  <a:pt x="3497607" y="5309911"/>
                  <a:pt x="3504960" y="5364785"/>
                </a:cubicBezTo>
                <a:cubicBezTo>
                  <a:pt x="3487546" y="5393671"/>
                  <a:pt x="3503686" y="5378336"/>
                  <a:pt x="3500486" y="5409009"/>
                </a:cubicBezTo>
                <a:cubicBezTo>
                  <a:pt x="3516561" y="5401350"/>
                  <a:pt x="3491544" y="5446009"/>
                  <a:pt x="3509710" y="5448570"/>
                </a:cubicBezTo>
                <a:cubicBezTo>
                  <a:pt x="3508555" y="5454072"/>
                  <a:pt x="3506859" y="5459319"/>
                  <a:pt x="3505022" y="5464568"/>
                </a:cubicBezTo>
                <a:lnTo>
                  <a:pt x="3504070" y="5467320"/>
                </a:lnTo>
                <a:lnTo>
                  <a:pt x="3503399" y="5478483"/>
                </a:lnTo>
                <a:lnTo>
                  <a:pt x="3499281" y="5481443"/>
                </a:lnTo>
                <a:lnTo>
                  <a:pt x="3499047" y="5616712"/>
                </a:lnTo>
                <a:cubicBezTo>
                  <a:pt x="3502347" y="5628424"/>
                  <a:pt x="3503819" y="5666768"/>
                  <a:pt x="3498775" y="5675291"/>
                </a:cubicBezTo>
                <a:cubicBezTo>
                  <a:pt x="3497984" y="5683547"/>
                  <a:pt x="3500335" y="5692400"/>
                  <a:pt x="3494739" y="5697458"/>
                </a:cubicBezTo>
                <a:cubicBezTo>
                  <a:pt x="3492180" y="5715432"/>
                  <a:pt x="3486290" y="5756597"/>
                  <a:pt x="3483423" y="5783137"/>
                </a:cubicBezTo>
                <a:cubicBezTo>
                  <a:pt x="3491452" y="5796973"/>
                  <a:pt x="3477643" y="5819988"/>
                  <a:pt x="3477532" y="5856699"/>
                </a:cubicBezTo>
                <a:cubicBezTo>
                  <a:pt x="3486776" y="5871818"/>
                  <a:pt x="3477340" y="5881447"/>
                  <a:pt x="3490032" y="5910638"/>
                </a:cubicBezTo>
                <a:cubicBezTo>
                  <a:pt x="3488930" y="5911913"/>
                  <a:pt x="3487924" y="5913488"/>
                  <a:pt x="3487046" y="5915313"/>
                </a:cubicBezTo>
                <a:cubicBezTo>
                  <a:pt x="3481941" y="5925917"/>
                  <a:pt x="3482137" y="5942505"/>
                  <a:pt x="3487484" y="5952365"/>
                </a:cubicBezTo>
                <a:cubicBezTo>
                  <a:pt x="3504666" y="5999029"/>
                  <a:pt x="3505019" y="6042078"/>
                  <a:pt x="3509266" y="6082373"/>
                </a:cubicBezTo>
                <a:cubicBezTo>
                  <a:pt x="3512265" y="6128005"/>
                  <a:pt x="3492950" y="6098121"/>
                  <a:pt x="3509564" y="6154771"/>
                </a:cubicBezTo>
                <a:cubicBezTo>
                  <a:pt x="3503223" y="6161045"/>
                  <a:pt x="3503062" y="6168289"/>
                  <a:pt x="3506404" y="6180433"/>
                </a:cubicBezTo>
                <a:cubicBezTo>
                  <a:pt x="3507378" y="6202614"/>
                  <a:pt x="3491084" y="6201180"/>
                  <a:pt x="3501312" y="6223427"/>
                </a:cubicBezTo>
                <a:cubicBezTo>
                  <a:pt x="3492497" y="6219559"/>
                  <a:pt x="3498753" y="6265580"/>
                  <a:pt x="3489469" y="6255476"/>
                </a:cubicBezTo>
                <a:cubicBezTo>
                  <a:pt x="3481791" y="6270065"/>
                  <a:pt x="3495037" y="6276996"/>
                  <a:pt x="3488398" y="6291462"/>
                </a:cubicBezTo>
                <a:cubicBezTo>
                  <a:pt x="3487099" y="6307679"/>
                  <a:pt x="3497555" y="6282019"/>
                  <a:pt x="3498547" y="6299935"/>
                </a:cubicBezTo>
                <a:cubicBezTo>
                  <a:pt x="3498173" y="6321676"/>
                  <a:pt x="3514193" y="6321381"/>
                  <a:pt x="3494028" y="6338390"/>
                </a:cubicBezTo>
                <a:lnTo>
                  <a:pt x="3486030" y="6396716"/>
                </a:lnTo>
                <a:cubicBezTo>
                  <a:pt x="3491309" y="6409668"/>
                  <a:pt x="3488928" y="6420134"/>
                  <a:pt x="3484103" y="6430386"/>
                </a:cubicBezTo>
                <a:cubicBezTo>
                  <a:pt x="3485763" y="6460632"/>
                  <a:pt x="3478568" y="6488285"/>
                  <a:pt x="3475922" y="6522318"/>
                </a:cubicBezTo>
                <a:cubicBezTo>
                  <a:pt x="3482128" y="6559051"/>
                  <a:pt x="3468277" y="6578006"/>
                  <a:pt x="3465506" y="6614374"/>
                </a:cubicBezTo>
                <a:cubicBezTo>
                  <a:pt x="3478925" y="6650248"/>
                  <a:pt x="3446064" y="6638174"/>
                  <a:pt x="3446789" y="6668768"/>
                </a:cubicBezTo>
                <a:cubicBezTo>
                  <a:pt x="3458869" y="6718505"/>
                  <a:pt x="3435878" y="6667592"/>
                  <a:pt x="3439582" y="6744454"/>
                </a:cubicBezTo>
                <a:cubicBezTo>
                  <a:pt x="3441631" y="6748797"/>
                  <a:pt x="3439393" y="6758101"/>
                  <a:pt x="3436538" y="6757102"/>
                </a:cubicBezTo>
                <a:cubicBezTo>
                  <a:pt x="3437461" y="6773941"/>
                  <a:pt x="3420846" y="6822488"/>
                  <a:pt x="3424061" y="6846522"/>
                </a:cubicBezTo>
                <a:lnTo>
                  <a:pt x="34230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9A4A7-5230-AC0B-86D9-0BB773688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1" y="2201958"/>
            <a:ext cx="6781800" cy="390073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000" b="1" dirty="0">
                <a:highlight>
                  <a:srgbClr val="FFFF00"/>
                </a:highlight>
              </a:rPr>
              <a:t>Applications</a:t>
            </a:r>
            <a:r>
              <a:rPr lang="en-GB" sz="2000" dirty="0">
                <a:highlight>
                  <a:srgbClr val="FFFF00"/>
                </a:highlight>
              </a:rPr>
              <a:t>:</a:t>
            </a:r>
          </a:p>
          <a:p>
            <a:r>
              <a:rPr lang="en-GB" sz="2000" dirty="0"/>
              <a:t>System Administration</a:t>
            </a:r>
          </a:p>
          <a:p>
            <a:r>
              <a:rPr lang="en-GB" sz="2000" dirty="0"/>
              <a:t>Scientific Application</a:t>
            </a:r>
          </a:p>
          <a:p>
            <a:r>
              <a:rPr lang="en-GB" sz="2000" dirty="0"/>
              <a:t>Engineering Application</a:t>
            </a:r>
          </a:p>
          <a:p>
            <a:pPr marL="0" indent="0">
              <a:buNone/>
            </a:pPr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298199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7DA03-C889-F30C-0E6E-445447F23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3700">
                <a:solidFill>
                  <a:srgbClr val="FFFFFF"/>
                </a:solidFill>
              </a:rPr>
              <a:t>Advantages and Disadvantages of CLI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9F0620AE-A712-5EAD-8237-4BC8CA76D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 dirty="0">
                <a:highlight>
                  <a:srgbClr val="FFFF00"/>
                </a:highlight>
              </a:rPr>
              <a:t>Advantages:</a:t>
            </a:r>
          </a:p>
          <a:p>
            <a:r>
              <a:rPr lang="en-GB" sz="2000" dirty="0"/>
              <a:t>Good for expert users, who can access command.</a:t>
            </a:r>
          </a:p>
          <a:p>
            <a:r>
              <a:rPr lang="en-GB" sz="2000" dirty="0"/>
              <a:t>A CLI requires less memory to use in comparison to other interface.</a:t>
            </a:r>
          </a:p>
          <a:p>
            <a:r>
              <a:rPr lang="en-GB" sz="2000" dirty="0"/>
              <a:t>A CLI don’t require window and a low-resolution monitor can be used.</a:t>
            </a:r>
          </a:p>
          <a:p>
            <a:endParaRPr lang="en-GB" sz="2000" dirty="0"/>
          </a:p>
          <a:p>
            <a:pPr marL="0" indent="0">
              <a:buNone/>
            </a:pPr>
            <a:r>
              <a:rPr lang="en-GB" sz="2000" b="1" dirty="0">
                <a:highlight>
                  <a:srgbClr val="FFFF00"/>
                </a:highlight>
              </a:rPr>
              <a:t>Disadvantages:</a:t>
            </a:r>
          </a:p>
          <a:p>
            <a:r>
              <a:rPr lang="en-GB" sz="2000" dirty="0"/>
              <a:t>Command have to be type precisely. If there is spelling error, the command will fail.</a:t>
            </a:r>
          </a:p>
          <a:p>
            <a:r>
              <a:rPr lang="en-GB" sz="2000" dirty="0"/>
              <a:t>Not very good for a novice user(beginner, engineer, new in this)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119322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0" descr="Close up of audio equipment">
            <a:extLst>
              <a:ext uri="{FF2B5EF4-FFF2-40B4-BE49-F238E27FC236}">
                <a16:creationId xmlns:a16="http://schemas.microsoft.com/office/drawing/2014/main" id="{3C67657F-A0CF-3BD1-990C-A52234C797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36" r="29805" b="-2"/>
          <a:stretch/>
        </p:blipFill>
        <p:spPr>
          <a:xfrm>
            <a:off x="-1" y="-2"/>
            <a:ext cx="4475748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28C6B-FE42-BED0-C3F6-10755CA1C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GB" sz="4000"/>
              <a:t>Menu Driven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C0E09-4EB3-FB13-BDB8-639F68F68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You are the presented with a menu, you can make a choice and then the next menu appears on the screen. You make another choice and so on.</a:t>
            </a:r>
          </a:p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r>
              <a:rPr lang="en-GB" sz="2000" b="1">
                <a:highlight>
                  <a:srgbClr val="FFFF00"/>
                </a:highlight>
              </a:rPr>
              <a:t>Application:</a:t>
            </a:r>
          </a:p>
          <a:p>
            <a:r>
              <a:rPr lang="en-GB" sz="2000"/>
              <a:t>iPod and Mobile</a:t>
            </a:r>
          </a:p>
          <a:p>
            <a:r>
              <a:rPr lang="en-GB" sz="2000"/>
              <a:t>Cash Withdrawal Machines</a:t>
            </a:r>
          </a:p>
          <a:p>
            <a:r>
              <a:rPr lang="en-GB" sz="2000"/>
              <a:t>Video Recorder and household device</a:t>
            </a:r>
          </a:p>
          <a:p>
            <a:pPr marL="0" indent="0">
              <a:buNone/>
            </a:pP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338393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54AA0-82E4-3CB5-4D72-FE1C2DAC7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1" y="601744"/>
            <a:ext cx="6781800" cy="1338696"/>
          </a:xfrm>
        </p:spPr>
        <p:txBody>
          <a:bodyPr>
            <a:normAutofit/>
          </a:bodyPr>
          <a:lstStyle/>
          <a:p>
            <a:r>
              <a:rPr lang="en-GB" sz="3700"/>
              <a:t>Advantages and Disadvantages of Menu Driven Interface</a:t>
            </a:r>
          </a:p>
        </p:txBody>
      </p:sp>
      <p:pic>
        <p:nvPicPr>
          <p:cNvPr id="5" name="Picture 4" descr="Different coloured organisers">
            <a:extLst>
              <a:ext uri="{FF2B5EF4-FFF2-40B4-BE49-F238E27FC236}">
                <a16:creationId xmlns:a16="http://schemas.microsoft.com/office/drawing/2014/main" id="{1D30D622-48AC-07BB-074F-6B2328AAD2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91" r="33385" b="1"/>
          <a:stretch/>
        </p:blipFill>
        <p:spPr>
          <a:xfrm>
            <a:off x="20" y="10"/>
            <a:ext cx="3754739" cy="6857990"/>
          </a:xfrm>
          <a:custGeom>
            <a:avLst/>
            <a:gdLst/>
            <a:ahLst/>
            <a:cxnLst/>
            <a:rect l="l" t="t" r="r" b="b"/>
            <a:pathLst>
              <a:path w="3754759" h="6858000">
                <a:moveTo>
                  <a:pt x="0" y="0"/>
                </a:moveTo>
                <a:lnTo>
                  <a:pt x="3405358" y="0"/>
                </a:lnTo>
                <a:lnTo>
                  <a:pt x="3406298" y="5103"/>
                </a:lnTo>
                <a:cubicBezTo>
                  <a:pt x="3408705" y="9272"/>
                  <a:pt x="3410993" y="13534"/>
                  <a:pt x="3408744" y="22806"/>
                </a:cubicBezTo>
                <a:cubicBezTo>
                  <a:pt x="3398212" y="18869"/>
                  <a:pt x="3412504" y="58782"/>
                  <a:pt x="3403554" y="60481"/>
                </a:cubicBezTo>
                <a:cubicBezTo>
                  <a:pt x="3417198" y="75379"/>
                  <a:pt x="3401704" y="83956"/>
                  <a:pt x="3406685" y="104437"/>
                </a:cubicBezTo>
                <a:cubicBezTo>
                  <a:pt x="3412035" y="113935"/>
                  <a:pt x="3413215" y="120918"/>
                  <a:pt x="3408439" y="130745"/>
                </a:cubicBezTo>
                <a:cubicBezTo>
                  <a:pt x="3434362" y="174436"/>
                  <a:pt x="3410826" y="157826"/>
                  <a:pt x="3422002" y="199353"/>
                </a:cubicBezTo>
                <a:cubicBezTo>
                  <a:pt x="3433366" y="235046"/>
                  <a:pt x="3441595" y="275734"/>
                  <a:pt x="3466217" y="309590"/>
                </a:cubicBezTo>
                <a:cubicBezTo>
                  <a:pt x="3473022" y="315692"/>
                  <a:pt x="3476249" y="331335"/>
                  <a:pt x="3473425" y="344525"/>
                </a:cubicBezTo>
                <a:cubicBezTo>
                  <a:pt x="3472938" y="346792"/>
                  <a:pt x="3472286" y="348904"/>
                  <a:pt x="3471491" y="350788"/>
                </a:cubicBezTo>
                <a:cubicBezTo>
                  <a:pt x="3476473" y="380853"/>
                  <a:pt x="3497528" y="490678"/>
                  <a:pt x="3503314" y="524915"/>
                </a:cubicBezTo>
                <a:cubicBezTo>
                  <a:pt x="3495110" y="528110"/>
                  <a:pt x="3511009" y="544789"/>
                  <a:pt x="3506208" y="556205"/>
                </a:cubicBezTo>
                <a:cubicBezTo>
                  <a:pt x="3501906" y="564424"/>
                  <a:pt x="3505727" y="571402"/>
                  <a:pt x="3506503" y="579730"/>
                </a:cubicBezTo>
                <a:cubicBezTo>
                  <a:pt x="3503352" y="590904"/>
                  <a:pt x="3511763" y="626437"/>
                  <a:pt x="3516997" y="635552"/>
                </a:cubicBezTo>
                <a:cubicBezTo>
                  <a:pt x="3534688" y="657082"/>
                  <a:pt x="3524838" y="708447"/>
                  <a:pt x="3538464" y="726388"/>
                </a:cubicBezTo>
                <a:cubicBezTo>
                  <a:pt x="3540659" y="733032"/>
                  <a:pt x="3541735" y="739585"/>
                  <a:pt x="3542115" y="746049"/>
                </a:cubicBezTo>
                <a:lnTo>
                  <a:pt x="3541598" y="764218"/>
                </a:lnTo>
                <a:lnTo>
                  <a:pt x="3538294" y="769538"/>
                </a:lnTo>
                <a:lnTo>
                  <a:pt x="3539714" y="780556"/>
                </a:lnTo>
                <a:lnTo>
                  <a:pt x="3539328" y="783752"/>
                </a:lnTo>
                <a:cubicBezTo>
                  <a:pt x="3538575" y="789859"/>
                  <a:pt x="3537953" y="795880"/>
                  <a:pt x="3537882" y="801812"/>
                </a:cubicBezTo>
                <a:cubicBezTo>
                  <a:pt x="3555332" y="793164"/>
                  <a:pt x="3540143" y="850853"/>
                  <a:pt x="3553763" y="833773"/>
                </a:cubicBezTo>
                <a:cubicBezTo>
                  <a:pt x="3556400" y="864868"/>
                  <a:pt x="3568671" y="840452"/>
                  <a:pt x="3557696" y="878520"/>
                </a:cubicBezTo>
                <a:cubicBezTo>
                  <a:pt x="3574636" y="926170"/>
                  <a:pt x="3572932" y="1002669"/>
                  <a:pt x="3596902" y="1039468"/>
                </a:cubicBezTo>
                <a:cubicBezTo>
                  <a:pt x="3588227" y="1035176"/>
                  <a:pt x="3582669" y="1055878"/>
                  <a:pt x="3587550" y="1069793"/>
                </a:cubicBezTo>
                <a:cubicBezTo>
                  <a:pt x="3553603" y="1054905"/>
                  <a:pt x="3620138" y="1124159"/>
                  <a:pt x="3598129" y="1137690"/>
                </a:cubicBezTo>
                <a:cubicBezTo>
                  <a:pt x="3619154" y="1137277"/>
                  <a:pt x="3657845" y="1198819"/>
                  <a:pt x="3642072" y="1229443"/>
                </a:cubicBezTo>
                <a:cubicBezTo>
                  <a:pt x="3648492" y="1274612"/>
                  <a:pt x="3667414" y="1305895"/>
                  <a:pt x="3662799" y="1353804"/>
                </a:cubicBezTo>
                <a:cubicBezTo>
                  <a:pt x="3665680" y="1355144"/>
                  <a:pt x="3668149" y="1357448"/>
                  <a:pt x="3670319" y="1360420"/>
                </a:cubicBezTo>
                <a:lnTo>
                  <a:pt x="3675717" y="1370453"/>
                </a:lnTo>
                <a:lnTo>
                  <a:pt x="3675458" y="1372456"/>
                </a:lnTo>
                <a:cubicBezTo>
                  <a:pt x="3675775" y="1380261"/>
                  <a:pt x="3677154" y="1384198"/>
                  <a:pt x="3678998" y="1386422"/>
                </a:cubicBezTo>
                <a:lnTo>
                  <a:pt x="3681613" y="1387932"/>
                </a:lnTo>
                <a:lnTo>
                  <a:pt x="3684619" y="1397028"/>
                </a:lnTo>
                <a:lnTo>
                  <a:pt x="3692094" y="1413643"/>
                </a:lnTo>
                <a:lnTo>
                  <a:pt x="3692036" y="1417975"/>
                </a:lnTo>
                <a:lnTo>
                  <a:pt x="3701043" y="1444940"/>
                </a:lnTo>
                <a:lnTo>
                  <a:pt x="3700474" y="1445893"/>
                </a:lnTo>
                <a:cubicBezTo>
                  <a:pt x="3699407" y="1448641"/>
                  <a:pt x="3699006" y="1451835"/>
                  <a:pt x="3699990" y="1456030"/>
                </a:cubicBezTo>
                <a:cubicBezTo>
                  <a:pt x="3688343" y="1458099"/>
                  <a:pt x="3696713" y="1461887"/>
                  <a:pt x="3700642" y="1474079"/>
                </a:cubicBezTo>
                <a:cubicBezTo>
                  <a:pt x="3683431" y="1480016"/>
                  <a:pt x="3700716" y="1509516"/>
                  <a:pt x="3693587" y="1522890"/>
                </a:cubicBezTo>
                <a:cubicBezTo>
                  <a:pt x="3696861" y="1531716"/>
                  <a:pt x="3700010" y="1541157"/>
                  <a:pt x="3702900" y="1551068"/>
                </a:cubicBezTo>
                <a:lnTo>
                  <a:pt x="3708038" y="1631578"/>
                </a:lnTo>
                <a:lnTo>
                  <a:pt x="3698097" y="1716642"/>
                </a:lnTo>
                <a:cubicBezTo>
                  <a:pt x="3699314" y="1747867"/>
                  <a:pt x="3695412" y="1775147"/>
                  <a:pt x="3700384" y="1801382"/>
                </a:cubicBezTo>
                <a:cubicBezTo>
                  <a:pt x="3696845" y="1812311"/>
                  <a:pt x="3695699" y="1822504"/>
                  <a:pt x="3702257" y="1832013"/>
                </a:cubicBezTo>
                <a:cubicBezTo>
                  <a:pt x="3701651" y="1861238"/>
                  <a:pt x="3693313" y="1868713"/>
                  <a:pt x="3700986" y="1886838"/>
                </a:cubicBezTo>
                <a:cubicBezTo>
                  <a:pt x="3687741" y="1903887"/>
                  <a:pt x="3693148" y="1904594"/>
                  <a:pt x="3697545" y="1912087"/>
                </a:cubicBezTo>
                <a:lnTo>
                  <a:pt x="3697885" y="1913171"/>
                </a:lnTo>
                <a:lnTo>
                  <a:pt x="3695987" y="1915505"/>
                </a:lnTo>
                <a:lnTo>
                  <a:pt x="3695284" y="1920179"/>
                </a:lnTo>
                <a:lnTo>
                  <a:pt x="3696499" y="1932787"/>
                </a:lnTo>
                <a:lnTo>
                  <a:pt x="3697473" y="1937503"/>
                </a:lnTo>
                <a:cubicBezTo>
                  <a:pt x="3697953" y="1940760"/>
                  <a:pt x="3698023" y="1942937"/>
                  <a:pt x="3697799" y="1944457"/>
                </a:cubicBezTo>
                <a:lnTo>
                  <a:pt x="3697642" y="1944638"/>
                </a:lnTo>
                <a:lnTo>
                  <a:pt x="3698268" y="1951136"/>
                </a:lnTo>
                <a:cubicBezTo>
                  <a:pt x="3699704" y="1962083"/>
                  <a:pt x="3701457" y="1972719"/>
                  <a:pt x="3703418" y="1982828"/>
                </a:cubicBezTo>
                <a:cubicBezTo>
                  <a:pt x="3694620" y="1991887"/>
                  <a:pt x="3707345" y="2028973"/>
                  <a:pt x="3689767" y="2025705"/>
                </a:cubicBezTo>
                <a:cubicBezTo>
                  <a:pt x="3691896" y="2039367"/>
                  <a:pt x="3699517" y="2047321"/>
                  <a:pt x="3687894" y="2043252"/>
                </a:cubicBezTo>
                <a:cubicBezTo>
                  <a:pt x="3688268" y="2047766"/>
                  <a:pt x="3687435" y="2050599"/>
                  <a:pt x="3686015" y="2052668"/>
                </a:cubicBezTo>
                <a:lnTo>
                  <a:pt x="3685329" y="2053280"/>
                </a:lnTo>
                <a:lnTo>
                  <a:pt x="3690348" y="2083660"/>
                </a:lnTo>
                <a:lnTo>
                  <a:pt x="3689688" y="2087758"/>
                </a:lnTo>
                <a:lnTo>
                  <a:pt x="3694656" y="2107476"/>
                </a:lnTo>
                <a:lnTo>
                  <a:pt x="3696317" y="2117709"/>
                </a:lnTo>
                <a:lnTo>
                  <a:pt x="3698652" y="2120508"/>
                </a:lnTo>
                <a:cubicBezTo>
                  <a:pt x="3700138" y="2123582"/>
                  <a:pt x="3700933" y="2128051"/>
                  <a:pt x="3700157" y="2135655"/>
                </a:cubicBezTo>
                <a:lnTo>
                  <a:pt x="3699626" y="2137431"/>
                </a:lnTo>
                <a:lnTo>
                  <a:pt x="3703486" y="2149795"/>
                </a:lnTo>
                <a:cubicBezTo>
                  <a:pt x="3705184" y="2153754"/>
                  <a:pt x="3707268" y="2157232"/>
                  <a:pt x="3709885" y="2160002"/>
                </a:cubicBezTo>
                <a:cubicBezTo>
                  <a:pt x="3698737" y="2203287"/>
                  <a:pt x="3712805" y="2242927"/>
                  <a:pt x="3712777" y="2289319"/>
                </a:cubicBezTo>
                <a:cubicBezTo>
                  <a:pt x="3693169" y="2310331"/>
                  <a:pt x="3722276" y="2389074"/>
                  <a:pt x="3742794" y="2399589"/>
                </a:cubicBezTo>
                <a:cubicBezTo>
                  <a:pt x="3725319" y="2400703"/>
                  <a:pt x="3751962" y="2457534"/>
                  <a:pt x="3753311" y="2472464"/>
                </a:cubicBezTo>
                <a:cubicBezTo>
                  <a:pt x="3753760" y="2477441"/>
                  <a:pt x="3751399" y="2477762"/>
                  <a:pt x="3743656" y="2469811"/>
                </a:cubicBezTo>
                <a:cubicBezTo>
                  <a:pt x="3746474" y="2485608"/>
                  <a:pt x="3738186" y="2502460"/>
                  <a:pt x="3730339" y="2493869"/>
                </a:cubicBezTo>
                <a:cubicBezTo>
                  <a:pt x="3748556" y="2541387"/>
                  <a:pt x="3736267" y="2613433"/>
                  <a:pt x="3746134" y="2667651"/>
                </a:cubicBezTo>
                <a:cubicBezTo>
                  <a:pt x="3730160" y="2698252"/>
                  <a:pt x="3745496" y="2681337"/>
                  <a:pt x="3743743" y="2712354"/>
                </a:cubicBezTo>
                <a:cubicBezTo>
                  <a:pt x="3759373" y="2703131"/>
                  <a:pt x="3736572" y="2750256"/>
                  <a:pt x="3754759" y="2751060"/>
                </a:cubicBezTo>
                <a:cubicBezTo>
                  <a:pt x="3753864" y="2756679"/>
                  <a:pt x="3752424" y="2762098"/>
                  <a:pt x="3750841" y="2767527"/>
                </a:cubicBezTo>
                <a:lnTo>
                  <a:pt x="3750021" y="2770377"/>
                </a:lnTo>
                <a:lnTo>
                  <a:pt x="3749874" y="2781617"/>
                </a:lnTo>
                <a:lnTo>
                  <a:pt x="3745916" y="2784975"/>
                </a:lnTo>
                <a:lnTo>
                  <a:pt x="3742888" y="2802030"/>
                </a:lnTo>
                <a:cubicBezTo>
                  <a:pt x="3742360" y="2808388"/>
                  <a:pt x="3742498" y="2815196"/>
                  <a:pt x="3743710" y="2822667"/>
                </a:cubicBezTo>
                <a:cubicBezTo>
                  <a:pt x="3751787" y="2840797"/>
                  <a:pt x="3744398" y="2870002"/>
                  <a:pt x="3746201" y="2896003"/>
                </a:cubicBezTo>
                <a:lnTo>
                  <a:pt x="3749006" y="2907846"/>
                </a:lnTo>
                <a:lnTo>
                  <a:pt x="3747206" y="2947037"/>
                </a:lnTo>
                <a:cubicBezTo>
                  <a:pt x="3747030" y="2958176"/>
                  <a:pt x="3747214" y="2969719"/>
                  <a:pt x="3748070" y="2981841"/>
                </a:cubicBezTo>
                <a:lnTo>
                  <a:pt x="3750937" y="3004278"/>
                </a:lnTo>
                <a:lnTo>
                  <a:pt x="3749761" y="3010254"/>
                </a:lnTo>
                <a:cubicBezTo>
                  <a:pt x="3750425" y="3020530"/>
                  <a:pt x="3756245" y="3033889"/>
                  <a:pt x="3749923" y="3032983"/>
                </a:cubicBezTo>
                <a:lnTo>
                  <a:pt x="3752658" y="3044429"/>
                </a:lnTo>
                <a:lnTo>
                  <a:pt x="3748217" y="3056076"/>
                </a:lnTo>
                <a:cubicBezTo>
                  <a:pt x="3747117" y="3057381"/>
                  <a:pt x="3745928" y="3058381"/>
                  <a:pt x="3744691" y="3059042"/>
                </a:cubicBezTo>
                <a:lnTo>
                  <a:pt x="3747123" y="3075102"/>
                </a:lnTo>
                <a:lnTo>
                  <a:pt x="3744190" y="3088509"/>
                </a:lnTo>
                <a:lnTo>
                  <a:pt x="3747093" y="3099930"/>
                </a:lnTo>
                <a:lnTo>
                  <a:pt x="3746799" y="3104743"/>
                </a:lnTo>
                <a:lnTo>
                  <a:pt x="3745610" y="3116729"/>
                </a:lnTo>
                <a:cubicBezTo>
                  <a:pt x="3744666" y="3122891"/>
                  <a:pt x="3743503" y="3129792"/>
                  <a:pt x="3742676" y="3137453"/>
                </a:cubicBezTo>
                <a:lnTo>
                  <a:pt x="3742441" y="3143884"/>
                </a:lnTo>
                <a:lnTo>
                  <a:pt x="3737104" y="3158122"/>
                </a:lnTo>
                <a:cubicBezTo>
                  <a:pt x="3733050" y="3168490"/>
                  <a:pt x="3730374" y="3176626"/>
                  <a:pt x="3733275" y="3185367"/>
                </a:cubicBezTo>
                <a:cubicBezTo>
                  <a:pt x="3728135" y="3200760"/>
                  <a:pt x="3712176" y="3212117"/>
                  <a:pt x="3717639" y="3233769"/>
                </a:cubicBezTo>
                <a:cubicBezTo>
                  <a:pt x="3709851" y="3227497"/>
                  <a:pt x="3717920" y="3258095"/>
                  <a:pt x="3710433" y="3262123"/>
                </a:cubicBezTo>
                <a:cubicBezTo>
                  <a:pt x="3704342" y="3264110"/>
                  <a:pt x="3705370" y="3273856"/>
                  <a:pt x="3703458" y="3281408"/>
                </a:cubicBezTo>
                <a:cubicBezTo>
                  <a:pt x="3697412" y="3287020"/>
                  <a:pt x="3693483" y="3324746"/>
                  <a:pt x="3695027" y="3337739"/>
                </a:cubicBezTo>
                <a:cubicBezTo>
                  <a:pt x="3703095" y="3374177"/>
                  <a:pt x="3679154" y="3404974"/>
                  <a:pt x="3684951" y="3434139"/>
                </a:cubicBezTo>
                <a:cubicBezTo>
                  <a:pt x="3684732" y="3441861"/>
                  <a:pt x="3683615" y="3448308"/>
                  <a:pt x="3681946" y="3453928"/>
                </a:cubicBezTo>
                <a:lnTo>
                  <a:pt x="3675939" y="3468021"/>
                </a:lnTo>
                <a:cubicBezTo>
                  <a:pt x="3674480" y="3468264"/>
                  <a:pt x="3673022" y="3468506"/>
                  <a:pt x="3671563" y="3468748"/>
                </a:cubicBezTo>
                <a:lnTo>
                  <a:pt x="3669360" y="3479164"/>
                </a:lnTo>
                <a:lnTo>
                  <a:pt x="3668060" y="3481325"/>
                </a:lnTo>
                <a:cubicBezTo>
                  <a:pt x="3665560" y="3485437"/>
                  <a:pt x="3663197" y="3489622"/>
                  <a:pt x="3661315" y="3494328"/>
                </a:cubicBezTo>
                <a:cubicBezTo>
                  <a:pt x="3678446" y="3506175"/>
                  <a:pt x="3648136" y="3536311"/>
                  <a:pt x="3664679" y="3537226"/>
                </a:cubicBezTo>
                <a:cubicBezTo>
                  <a:pt x="3657322" y="3565147"/>
                  <a:pt x="3674997" y="3558694"/>
                  <a:pt x="3654205" y="3577551"/>
                </a:cubicBezTo>
                <a:cubicBezTo>
                  <a:pt x="3653633" y="3634248"/>
                  <a:pt x="3628736" y="3694092"/>
                  <a:pt x="3637325" y="3749618"/>
                </a:cubicBezTo>
                <a:cubicBezTo>
                  <a:pt x="3631446" y="3736800"/>
                  <a:pt x="3620480" y="3747498"/>
                  <a:pt x="3620258" y="3763981"/>
                </a:cubicBezTo>
                <a:cubicBezTo>
                  <a:pt x="3596667" y="3715365"/>
                  <a:pt x="3630603" y="3842969"/>
                  <a:pt x="3608193" y="3830141"/>
                </a:cubicBezTo>
                <a:cubicBezTo>
                  <a:pt x="3625759" y="3852486"/>
                  <a:pt x="3638965" y="3943841"/>
                  <a:pt x="3616479" y="3951521"/>
                </a:cubicBezTo>
                <a:cubicBezTo>
                  <a:pt x="3607940" y="3994867"/>
                  <a:pt x="3614033" y="4040502"/>
                  <a:pt x="3595498" y="4074157"/>
                </a:cubicBezTo>
                <a:cubicBezTo>
                  <a:pt x="3597477" y="4078342"/>
                  <a:pt x="3598819" y="4082864"/>
                  <a:pt x="3599706" y="4087599"/>
                </a:cubicBezTo>
                <a:lnTo>
                  <a:pt x="3601103" y="4101515"/>
                </a:lnTo>
                <a:lnTo>
                  <a:pt x="3600274" y="4102849"/>
                </a:lnTo>
                <a:cubicBezTo>
                  <a:pt x="3598143" y="4109482"/>
                  <a:pt x="3598077" y="4114144"/>
                  <a:pt x="3598925" y="4117926"/>
                </a:cubicBezTo>
                <a:lnTo>
                  <a:pt x="3600630" y="4121966"/>
                </a:lnTo>
                <a:lnTo>
                  <a:pt x="3600331" y="4132543"/>
                </a:lnTo>
                <a:lnTo>
                  <a:pt x="3601432" y="4154003"/>
                </a:lnTo>
                <a:lnTo>
                  <a:pt x="3600054" y="4157433"/>
                </a:lnTo>
                <a:lnTo>
                  <a:pt x="3599248" y="4188888"/>
                </a:lnTo>
                <a:cubicBezTo>
                  <a:pt x="3598993" y="4188940"/>
                  <a:pt x="3598738" y="4188992"/>
                  <a:pt x="3598484" y="4189044"/>
                </a:cubicBezTo>
                <a:cubicBezTo>
                  <a:pt x="3596754" y="4190111"/>
                  <a:pt x="3595443" y="4192250"/>
                  <a:pt x="3594971" y="4196698"/>
                </a:cubicBezTo>
                <a:cubicBezTo>
                  <a:pt x="3584674" y="4185805"/>
                  <a:pt x="3590455" y="4197885"/>
                  <a:pt x="3589971" y="4211958"/>
                </a:cubicBezTo>
                <a:cubicBezTo>
                  <a:pt x="3573870" y="4198179"/>
                  <a:pt x="3579156" y="4240607"/>
                  <a:pt x="3569135" y="4243705"/>
                </a:cubicBezTo>
                <a:cubicBezTo>
                  <a:pt x="3569142" y="4254351"/>
                  <a:pt x="3568856" y="4265362"/>
                  <a:pt x="3568210" y="4276468"/>
                </a:cubicBezTo>
                <a:lnTo>
                  <a:pt x="3567613" y="4282925"/>
                </a:lnTo>
                <a:cubicBezTo>
                  <a:pt x="3567553" y="4282949"/>
                  <a:pt x="3567492" y="4282974"/>
                  <a:pt x="3567432" y="4282999"/>
                </a:cubicBezTo>
                <a:cubicBezTo>
                  <a:pt x="3566940" y="4284280"/>
                  <a:pt x="3566607" y="4286359"/>
                  <a:pt x="3566464" y="4289697"/>
                </a:cubicBezTo>
                <a:lnTo>
                  <a:pt x="3566526" y="4294698"/>
                </a:lnTo>
                <a:lnTo>
                  <a:pt x="3565367" y="4307225"/>
                </a:lnTo>
                <a:lnTo>
                  <a:pt x="3563841" y="4311164"/>
                </a:lnTo>
                <a:lnTo>
                  <a:pt x="3561610" y="4312189"/>
                </a:lnTo>
                <a:lnTo>
                  <a:pt x="3561734" y="4313408"/>
                </a:lnTo>
                <a:cubicBezTo>
                  <a:pt x="3564537" y="4323096"/>
                  <a:pt x="3569544" y="4327053"/>
                  <a:pt x="3553832" y="4334910"/>
                </a:cubicBezTo>
                <a:cubicBezTo>
                  <a:pt x="3557797" y="4356533"/>
                  <a:pt x="3548502" y="4358433"/>
                  <a:pt x="3542564" y="4385380"/>
                </a:cubicBezTo>
                <a:cubicBezTo>
                  <a:pt x="3547050" y="4398267"/>
                  <a:pt x="3544091" y="4407098"/>
                  <a:pt x="3538724" y="4415150"/>
                </a:cubicBezTo>
                <a:cubicBezTo>
                  <a:pt x="3538633" y="4442707"/>
                  <a:pt x="3529920" y="4465824"/>
                  <a:pt x="3525348" y="4495753"/>
                </a:cubicBezTo>
                <a:cubicBezTo>
                  <a:pt x="3529387" y="4530212"/>
                  <a:pt x="3514579" y="4543935"/>
                  <a:pt x="3509749" y="4575934"/>
                </a:cubicBezTo>
                <a:cubicBezTo>
                  <a:pt x="3519579" y="4606914"/>
                  <a:pt x="3496418" y="4596497"/>
                  <a:pt x="3489779" y="4611927"/>
                </a:cubicBezTo>
                <a:lnTo>
                  <a:pt x="3488856" y="4616508"/>
                </a:lnTo>
                <a:lnTo>
                  <a:pt x="3489486" y="4629163"/>
                </a:lnTo>
                <a:lnTo>
                  <a:pt x="3490242" y="4633947"/>
                </a:lnTo>
                <a:cubicBezTo>
                  <a:pt x="3490570" y="4637233"/>
                  <a:pt x="3490539" y="4639406"/>
                  <a:pt x="3490244" y="4640894"/>
                </a:cubicBezTo>
                <a:lnTo>
                  <a:pt x="3490078" y="4641059"/>
                </a:lnTo>
                <a:lnTo>
                  <a:pt x="3490403" y="4647582"/>
                </a:lnTo>
                <a:cubicBezTo>
                  <a:pt x="3491330" y="4658608"/>
                  <a:pt x="3492590" y="4669354"/>
                  <a:pt x="3494082" y="4679601"/>
                </a:cubicBezTo>
                <a:cubicBezTo>
                  <a:pt x="3484854" y="4687754"/>
                  <a:pt x="3495864" y="4725869"/>
                  <a:pt x="3478421" y="4720918"/>
                </a:cubicBezTo>
                <a:cubicBezTo>
                  <a:pt x="3479918" y="4734712"/>
                  <a:pt x="3487176" y="4743359"/>
                  <a:pt x="3475730" y="4738188"/>
                </a:cubicBezTo>
                <a:cubicBezTo>
                  <a:pt x="3475894" y="4742712"/>
                  <a:pt x="3474928" y="4745450"/>
                  <a:pt x="3473409" y="4747368"/>
                </a:cubicBezTo>
                <a:lnTo>
                  <a:pt x="3472696" y="4747913"/>
                </a:lnTo>
                <a:lnTo>
                  <a:pt x="3476304" y="4778609"/>
                </a:lnTo>
                <a:lnTo>
                  <a:pt x="3475454" y="4782623"/>
                </a:lnTo>
                <a:lnTo>
                  <a:pt x="3479507" y="4802712"/>
                </a:lnTo>
                <a:lnTo>
                  <a:pt x="3480695" y="4813049"/>
                </a:lnTo>
                <a:lnTo>
                  <a:pt x="3482902" y="4816057"/>
                </a:lnTo>
                <a:cubicBezTo>
                  <a:pt x="3484247" y="4819259"/>
                  <a:pt x="3484834" y="4823783"/>
                  <a:pt x="3483703" y="4831270"/>
                </a:cubicBezTo>
                <a:lnTo>
                  <a:pt x="3483090" y="4832984"/>
                </a:lnTo>
                <a:lnTo>
                  <a:pt x="3486378" y="4845654"/>
                </a:lnTo>
                <a:cubicBezTo>
                  <a:pt x="3487893" y="4849755"/>
                  <a:pt x="3489817" y="4853416"/>
                  <a:pt x="3492309" y="4856425"/>
                </a:cubicBezTo>
                <a:cubicBezTo>
                  <a:pt x="3479133" y="4898390"/>
                  <a:pt x="3491371" y="4939174"/>
                  <a:pt x="3489182" y="4985308"/>
                </a:cubicBezTo>
                <a:cubicBezTo>
                  <a:pt x="3492413" y="5037202"/>
                  <a:pt x="3496839" y="5073159"/>
                  <a:pt x="3498182" y="5107346"/>
                </a:cubicBezTo>
                <a:cubicBezTo>
                  <a:pt x="3500266" y="5123329"/>
                  <a:pt x="3506680" y="5240376"/>
                  <a:pt x="3499225" y="5231073"/>
                </a:cubicBezTo>
                <a:cubicBezTo>
                  <a:pt x="3515247" y="5280090"/>
                  <a:pt x="3497607" y="5309911"/>
                  <a:pt x="3504960" y="5364785"/>
                </a:cubicBezTo>
                <a:cubicBezTo>
                  <a:pt x="3487546" y="5393671"/>
                  <a:pt x="3503686" y="5378336"/>
                  <a:pt x="3500486" y="5409009"/>
                </a:cubicBezTo>
                <a:cubicBezTo>
                  <a:pt x="3516561" y="5401350"/>
                  <a:pt x="3491544" y="5446009"/>
                  <a:pt x="3509710" y="5448570"/>
                </a:cubicBezTo>
                <a:cubicBezTo>
                  <a:pt x="3508555" y="5454072"/>
                  <a:pt x="3506859" y="5459319"/>
                  <a:pt x="3505022" y="5464568"/>
                </a:cubicBezTo>
                <a:lnTo>
                  <a:pt x="3504070" y="5467320"/>
                </a:lnTo>
                <a:lnTo>
                  <a:pt x="3503399" y="5478483"/>
                </a:lnTo>
                <a:lnTo>
                  <a:pt x="3499281" y="5481443"/>
                </a:lnTo>
                <a:lnTo>
                  <a:pt x="3499047" y="5616712"/>
                </a:lnTo>
                <a:cubicBezTo>
                  <a:pt x="3502347" y="5628424"/>
                  <a:pt x="3503819" y="5666768"/>
                  <a:pt x="3498775" y="5675291"/>
                </a:cubicBezTo>
                <a:cubicBezTo>
                  <a:pt x="3497984" y="5683547"/>
                  <a:pt x="3500335" y="5692400"/>
                  <a:pt x="3494739" y="5697458"/>
                </a:cubicBezTo>
                <a:cubicBezTo>
                  <a:pt x="3492180" y="5715432"/>
                  <a:pt x="3486290" y="5756597"/>
                  <a:pt x="3483423" y="5783137"/>
                </a:cubicBezTo>
                <a:cubicBezTo>
                  <a:pt x="3491452" y="5796973"/>
                  <a:pt x="3477643" y="5819988"/>
                  <a:pt x="3477532" y="5856699"/>
                </a:cubicBezTo>
                <a:cubicBezTo>
                  <a:pt x="3486776" y="5871818"/>
                  <a:pt x="3477340" y="5881447"/>
                  <a:pt x="3490032" y="5910638"/>
                </a:cubicBezTo>
                <a:cubicBezTo>
                  <a:pt x="3488930" y="5911913"/>
                  <a:pt x="3487924" y="5913488"/>
                  <a:pt x="3487046" y="5915313"/>
                </a:cubicBezTo>
                <a:cubicBezTo>
                  <a:pt x="3481941" y="5925917"/>
                  <a:pt x="3482137" y="5942505"/>
                  <a:pt x="3487484" y="5952365"/>
                </a:cubicBezTo>
                <a:cubicBezTo>
                  <a:pt x="3504666" y="5999029"/>
                  <a:pt x="3505019" y="6042078"/>
                  <a:pt x="3509266" y="6082373"/>
                </a:cubicBezTo>
                <a:cubicBezTo>
                  <a:pt x="3512265" y="6128005"/>
                  <a:pt x="3492950" y="6098121"/>
                  <a:pt x="3509564" y="6154771"/>
                </a:cubicBezTo>
                <a:cubicBezTo>
                  <a:pt x="3503223" y="6161045"/>
                  <a:pt x="3503062" y="6168289"/>
                  <a:pt x="3506404" y="6180433"/>
                </a:cubicBezTo>
                <a:cubicBezTo>
                  <a:pt x="3507378" y="6202614"/>
                  <a:pt x="3491084" y="6201180"/>
                  <a:pt x="3501312" y="6223427"/>
                </a:cubicBezTo>
                <a:cubicBezTo>
                  <a:pt x="3492497" y="6219559"/>
                  <a:pt x="3498753" y="6265580"/>
                  <a:pt x="3489469" y="6255476"/>
                </a:cubicBezTo>
                <a:cubicBezTo>
                  <a:pt x="3481791" y="6270065"/>
                  <a:pt x="3495037" y="6276996"/>
                  <a:pt x="3488398" y="6291462"/>
                </a:cubicBezTo>
                <a:cubicBezTo>
                  <a:pt x="3487099" y="6307679"/>
                  <a:pt x="3497555" y="6282019"/>
                  <a:pt x="3498547" y="6299935"/>
                </a:cubicBezTo>
                <a:cubicBezTo>
                  <a:pt x="3498173" y="6321676"/>
                  <a:pt x="3514193" y="6321381"/>
                  <a:pt x="3494028" y="6338390"/>
                </a:cubicBezTo>
                <a:lnTo>
                  <a:pt x="3486030" y="6396716"/>
                </a:lnTo>
                <a:cubicBezTo>
                  <a:pt x="3491309" y="6409668"/>
                  <a:pt x="3488928" y="6420134"/>
                  <a:pt x="3484103" y="6430386"/>
                </a:cubicBezTo>
                <a:cubicBezTo>
                  <a:pt x="3485763" y="6460632"/>
                  <a:pt x="3478568" y="6488285"/>
                  <a:pt x="3475922" y="6522318"/>
                </a:cubicBezTo>
                <a:cubicBezTo>
                  <a:pt x="3482128" y="6559051"/>
                  <a:pt x="3468277" y="6578006"/>
                  <a:pt x="3465506" y="6614374"/>
                </a:cubicBezTo>
                <a:cubicBezTo>
                  <a:pt x="3478925" y="6650248"/>
                  <a:pt x="3446064" y="6638174"/>
                  <a:pt x="3446789" y="6668768"/>
                </a:cubicBezTo>
                <a:cubicBezTo>
                  <a:pt x="3458869" y="6718505"/>
                  <a:pt x="3435878" y="6667592"/>
                  <a:pt x="3439582" y="6744454"/>
                </a:cubicBezTo>
                <a:cubicBezTo>
                  <a:pt x="3441631" y="6748797"/>
                  <a:pt x="3439393" y="6758101"/>
                  <a:pt x="3436538" y="6757102"/>
                </a:cubicBezTo>
                <a:cubicBezTo>
                  <a:pt x="3437461" y="6773941"/>
                  <a:pt x="3420846" y="6822488"/>
                  <a:pt x="3424061" y="6846522"/>
                </a:cubicBezTo>
                <a:lnTo>
                  <a:pt x="34230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0D2F5-6B80-2263-5D27-846DE9AC1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1" y="2201958"/>
            <a:ext cx="6781800" cy="390073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000" b="1" dirty="0">
                <a:highlight>
                  <a:srgbClr val="FFFF00"/>
                </a:highlight>
              </a:rPr>
              <a:t>Advantages:</a:t>
            </a:r>
          </a:p>
          <a:p>
            <a:r>
              <a:rPr lang="en-GB" sz="2000" dirty="0"/>
              <a:t>No need to learn complex command language.</a:t>
            </a:r>
          </a:p>
          <a:p>
            <a:r>
              <a:rPr lang="en-GB" sz="2000" dirty="0"/>
              <a:t>Easier for a novice to learn/use.</a:t>
            </a:r>
          </a:p>
          <a:p>
            <a:r>
              <a:rPr lang="en-GB" sz="2000" dirty="0"/>
              <a:t>Ideal when there a limited number of options.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b="1" dirty="0">
                <a:highlight>
                  <a:srgbClr val="FFFF00"/>
                </a:highlight>
              </a:rPr>
              <a:t>Disadvantages:</a:t>
            </a:r>
          </a:p>
          <a:p>
            <a:r>
              <a:rPr lang="en-GB" sz="2000" dirty="0"/>
              <a:t>It can be irritated if there are too many menu screens to work through-user get annoyed or bored if it takes too long.</a:t>
            </a:r>
          </a:p>
        </p:txBody>
      </p:sp>
    </p:spTree>
    <p:extLst>
      <p:ext uri="{BB962C8B-B14F-4D97-AF65-F5344CB8AC3E}">
        <p14:creationId xmlns:p14="http://schemas.microsoft.com/office/powerpoint/2010/main" val="203568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00F69-C642-2032-6D1C-FC914BE84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Graphical User Interface(GUI)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F09A0-753D-ACA2-2260-7175A7CA5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900"/>
              <a:t>GUI allows user to interact with electronic devices through graphical icons and visual indicators such as secondary notation, instead of text-based user interface typed command labels or text navigation.</a:t>
            </a:r>
          </a:p>
          <a:p>
            <a:pPr marL="0" indent="0">
              <a:buNone/>
            </a:pPr>
            <a:r>
              <a:rPr lang="en-GB" sz="1900"/>
              <a:t>Applications:</a:t>
            </a:r>
          </a:p>
          <a:p>
            <a:r>
              <a:rPr lang="en-GB" sz="1900"/>
              <a:t>GUI used by most commercially popular computer operating systems and software programs today.</a:t>
            </a:r>
          </a:p>
          <a:p>
            <a:r>
              <a:rPr lang="en-GB" sz="1900"/>
              <a:t>It allows to user that manipulate elements on the screen using a mouse, or even a finger.</a:t>
            </a:r>
          </a:p>
          <a:p>
            <a:endParaRPr lang="en-GB" sz="1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2052E9-B076-6948-0C80-678A1ED0A4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102" r="19939" b="-1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843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9EA4-CE1D-4E09-9EA9-0C58D1FB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355265" cy="1616203"/>
          </a:xfrm>
        </p:spPr>
        <p:txBody>
          <a:bodyPr anchor="b">
            <a:normAutofit/>
          </a:bodyPr>
          <a:lstStyle/>
          <a:p>
            <a:r>
              <a:rPr lang="en-GB" sz="3200"/>
              <a:t>Advantages and Disadvantages of GUI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F660C-419B-DAC1-4A1B-EF55BE0BF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2533476"/>
            <a:ext cx="4355265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000" b="1">
                <a:highlight>
                  <a:srgbClr val="FFFF00"/>
                </a:highlight>
              </a:rPr>
              <a:t>Advantages:</a:t>
            </a:r>
          </a:p>
          <a:p>
            <a:r>
              <a:rPr lang="en-GB" sz="2000"/>
              <a:t>Less expert knowledge is required to use it.</a:t>
            </a:r>
          </a:p>
          <a:p>
            <a:r>
              <a:rPr lang="en-GB" sz="2000"/>
              <a:t>Easier to navigate.</a:t>
            </a:r>
          </a:p>
          <a:p>
            <a:pPr marL="0" indent="0">
              <a:buNone/>
            </a:pPr>
            <a:r>
              <a:rPr lang="en-GB" sz="2000" b="1">
                <a:highlight>
                  <a:srgbClr val="FFFF00"/>
                </a:highlight>
              </a:rPr>
              <a:t>Disadvantages</a:t>
            </a:r>
            <a:r>
              <a:rPr lang="en-GB" sz="2000">
                <a:highlight>
                  <a:srgbClr val="FFFF00"/>
                </a:highlight>
              </a:rPr>
              <a:t>:</a:t>
            </a:r>
          </a:p>
          <a:p>
            <a:r>
              <a:rPr lang="en-GB" sz="2000"/>
              <a:t>Typically decreased options.</a:t>
            </a:r>
          </a:p>
          <a:p>
            <a:r>
              <a:rPr lang="en-GB" sz="2000"/>
              <a:t>Less customisable</a:t>
            </a:r>
          </a:p>
          <a:p>
            <a:pPr marL="0" indent="0">
              <a:buNone/>
            </a:pPr>
            <a:endParaRPr lang="en-GB" sz="2000"/>
          </a:p>
        </p:txBody>
      </p:sp>
      <p:pic>
        <p:nvPicPr>
          <p:cNvPr id="5" name="Picture 4" descr="Many question marks on black background">
            <a:extLst>
              <a:ext uri="{FF2B5EF4-FFF2-40B4-BE49-F238E27FC236}">
                <a16:creationId xmlns:a16="http://schemas.microsoft.com/office/drawing/2014/main" id="{19409538-09FC-CCA5-5C21-179EC48C44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777" r="2" b="2"/>
          <a:stretch/>
        </p:blipFill>
        <p:spPr>
          <a:xfrm>
            <a:off x="6096000" y="10"/>
            <a:ext cx="609599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724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BF88-EAFA-CC97-74D2-94412ECC6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File System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19F7F-2DCF-0A8C-23E9-FAE37E3D3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05654"/>
            <a:ext cx="10515600" cy="33912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39746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EA271-CCBC-C4BA-DD83-C5ECCCD2C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EB387-DB6A-5E73-C320-1D9F1A355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/>
          <a:p>
            <a:r>
              <a:rPr lang="en-GB" dirty="0"/>
              <a:t>Basic commands for Windows Command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2BA5F-4AFE-B383-085C-5D7AB7F2D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GB" sz="2000" b="1" dirty="0" err="1"/>
              <a:t>dir</a:t>
            </a:r>
            <a:r>
              <a:rPr lang="en-GB" sz="2000" dirty="0"/>
              <a:t> lists all files and directories in the working directory.</a:t>
            </a:r>
          </a:p>
          <a:p>
            <a:r>
              <a:rPr lang="en-GB" sz="2000" b="1" dirty="0"/>
              <a:t>cd</a:t>
            </a:r>
            <a:r>
              <a:rPr lang="en-GB" sz="2000" dirty="0"/>
              <a:t> switches you into the directory you specify.</a:t>
            </a:r>
          </a:p>
          <a:p>
            <a:r>
              <a:rPr lang="en-GB" sz="2000" b="1" dirty="0" err="1"/>
              <a:t>mkdir</a:t>
            </a:r>
            <a:r>
              <a:rPr lang="en-GB" sz="2000" dirty="0"/>
              <a:t> creates a new directory in the working directory.</a:t>
            </a:r>
          </a:p>
          <a:p>
            <a:r>
              <a:rPr lang="en-GB" sz="2000" b="1" dirty="0"/>
              <a:t>notepad</a:t>
            </a:r>
            <a:r>
              <a:rPr lang="en-GB" sz="2000" dirty="0"/>
              <a:t> creates a new file inside the working directory</a:t>
            </a:r>
          </a:p>
        </p:txBody>
      </p:sp>
    </p:spTree>
    <p:extLst>
      <p:ext uri="{BB962C8B-B14F-4D97-AF65-F5344CB8AC3E}">
        <p14:creationId xmlns:p14="http://schemas.microsoft.com/office/powerpoint/2010/main" val="553773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DF57F-A7AF-1164-96EF-1F2C93F2C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BB16D-FEA0-59D6-A761-40AEFB984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Activity time</a:t>
            </a:r>
          </a:p>
        </p:txBody>
      </p:sp>
    </p:spTree>
    <p:extLst>
      <p:ext uri="{BB962C8B-B14F-4D97-AF65-F5344CB8AC3E}">
        <p14:creationId xmlns:p14="http://schemas.microsoft.com/office/powerpoint/2010/main" val="624153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EBAA-A507-F285-745C-44FF4347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Basic commands for Linux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493913-7BF4-C959-1692-6082245958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91029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6946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F674-9D7C-CD47-A5DC-BA0928C20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Git?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84627-CAA1-EC5C-10CC-C365C8A73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Git</a:t>
            </a:r>
            <a:r>
              <a:rPr lang="en-GB" dirty="0"/>
              <a:t> is a </a:t>
            </a:r>
            <a:r>
              <a:rPr lang="en-GB" b="1" dirty="0"/>
              <a:t>version control system</a:t>
            </a:r>
            <a:r>
              <a:rPr lang="en-GB" dirty="0"/>
              <a:t>.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 It helps you:</a:t>
            </a:r>
          </a:p>
          <a:p>
            <a:r>
              <a:rPr lang="en-GB" dirty="0"/>
              <a:t>Track changes in your code</a:t>
            </a:r>
          </a:p>
          <a:p>
            <a:r>
              <a:rPr lang="en-GB" dirty="0"/>
              <a:t>Go back to older versions</a:t>
            </a:r>
          </a:p>
          <a:p>
            <a:r>
              <a:rPr lang="en-GB" dirty="0"/>
              <a:t>Work with other people without breaking things</a:t>
            </a:r>
          </a:p>
          <a:p>
            <a:r>
              <a:rPr lang="en-GB" dirty="0"/>
              <a:t>Think of Git as </a:t>
            </a:r>
            <a:r>
              <a:rPr lang="en-GB" b="1" dirty="0"/>
              <a:t>“undo + history + teamwork” for code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5315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AEBF-688D-E61A-0299-2F720593B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/>
              <a:t>Why Do We Need Git?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3E3B8E-3FA2-56F6-A9D7-1CE67BCEDE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442637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976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E5AE0-A1A2-BA8B-70C4-D27F995EC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Git vs GitHub (Very Important!)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67C56-D5C4-07B7-3593-E3ADC8DBF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Git</a:t>
            </a:r>
            <a:endParaRPr lang="en-GB" dirty="0"/>
          </a:p>
          <a:p>
            <a:r>
              <a:rPr lang="en-GB" dirty="0"/>
              <a:t>A tool</a:t>
            </a:r>
          </a:p>
          <a:p>
            <a:r>
              <a:rPr lang="en-GB" dirty="0"/>
              <a:t>Runs on your computer</a:t>
            </a:r>
          </a:p>
          <a:p>
            <a:r>
              <a:rPr lang="en-GB" dirty="0"/>
              <a:t>Tracks changes</a:t>
            </a:r>
          </a:p>
          <a:p>
            <a:pPr marL="0" indent="0">
              <a:buNone/>
            </a:pPr>
            <a:r>
              <a:rPr lang="en-GB" b="1" dirty="0"/>
              <a:t>GitHub</a:t>
            </a:r>
            <a:endParaRPr lang="en-GB" dirty="0"/>
          </a:p>
          <a:p>
            <a:r>
              <a:rPr lang="en-GB" dirty="0"/>
              <a:t>A website</a:t>
            </a:r>
          </a:p>
          <a:p>
            <a:r>
              <a:rPr lang="en-GB" dirty="0"/>
              <a:t>Stores Git projects online</a:t>
            </a:r>
          </a:p>
          <a:p>
            <a:r>
              <a:rPr lang="en-GB" dirty="0"/>
              <a:t>Helps people collaborate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Git = engine</a:t>
            </a:r>
            <a:br>
              <a:rPr lang="en-GB" dirty="0"/>
            </a:br>
            <a:r>
              <a:rPr lang="en-GB" dirty="0"/>
              <a:t>GitHub = parking + sharing place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3790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E16CC-143C-4184-45F9-A8C9BEA53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Basic Git Concepts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141A4-8103-186A-2DEC-BF237B4C2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Repository (Repo)</a:t>
            </a:r>
            <a:br>
              <a:rPr lang="en-GB" dirty="0"/>
            </a:br>
            <a:r>
              <a:rPr lang="en-GB" dirty="0"/>
              <a:t>A project folder tracked by Git</a:t>
            </a:r>
          </a:p>
          <a:p>
            <a:r>
              <a:rPr lang="en-GB" b="1" dirty="0"/>
              <a:t>Commit</a:t>
            </a:r>
            <a:br>
              <a:rPr lang="en-GB" dirty="0"/>
            </a:br>
            <a:r>
              <a:rPr lang="en-GB" dirty="0"/>
              <a:t>A saved checkpoint of your work</a:t>
            </a:r>
          </a:p>
          <a:p>
            <a:r>
              <a:rPr lang="en-GB" b="1" dirty="0"/>
              <a:t>Branch</a:t>
            </a:r>
            <a:br>
              <a:rPr lang="en-GB" dirty="0"/>
            </a:br>
            <a:r>
              <a:rPr lang="en-GB" dirty="0"/>
              <a:t>A separate version of your code</a:t>
            </a:r>
          </a:p>
          <a:p>
            <a:r>
              <a:rPr lang="en-GB" b="1" dirty="0"/>
              <a:t>Main / Master</a:t>
            </a:r>
            <a:br>
              <a:rPr lang="en-GB" dirty="0"/>
            </a:br>
            <a:r>
              <a:rPr lang="en-GB" dirty="0"/>
              <a:t>The main branch of the project</a:t>
            </a:r>
            <a:br>
              <a:rPr lang="en-GB" dirty="0"/>
            </a:br>
            <a:endParaRPr lang="en-GB" dirty="0"/>
          </a:p>
          <a:p>
            <a:r>
              <a:rPr lang="en-GB" dirty="0"/>
              <a:t>Download: </a:t>
            </a:r>
            <a:r>
              <a:rPr lang="en-GB" dirty="0">
                <a:hlinkClick r:id="rId2"/>
              </a:rPr>
              <a:t>https://git-scm.com/install/windows</a:t>
            </a:r>
            <a:br>
              <a:rPr lang="en-GB" dirty="0"/>
            </a:b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3480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9F01F-AA4B-8C67-8E81-45C08405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98E3D-4000-961A-DAC9-31943037B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git version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BEE240-3871-F831-5F77-039A5601C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10" y="2390757"/>
            <a:ext cx="8767204" cy="193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029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00A9E-F7BD-C8F7-9DC5-100AE6BB4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2100"/>
              <a:t>git help</a:t>
            </a:r>
            <a:br>
              <a:rPr lang="en-GB" sz="2100"/>
            </a:br>
            <a:br>
              <a:rPr lang="en-GB" sz="2100"/>
            </a:br>
            <a:br>
              <a:rPr lang="en-GB" sz="2100"/>
            </a:br>
            <a:endParaRPr lang="en-GB" sz="2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52FB46-DBA1-304B-279A-B4812D8CB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894" y="1825625"/>
            <a:ext cx="6720212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0051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DDD0-524E-6D63-42F4-F9A24FBE2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Git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B57D4-0809-671B-ED19-A646C77541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GB" dirty="0"/>
              <a:t>Open the command prompt and execute the following git commands to setup you’re user profile</a:t>
            </a:r>
            <a:br>
              <a:rPr lang="en-GB" dirty="0"/>
            </a:br>
            <a:endParaRPr lang="en-GB" dirty="0"/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C8C174-2773-C9F0-F188-7628D6D20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94998"/>
            <a:ext cx="5181600" cy="32125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23732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559FB-723B-4C50-34C4-C6F344EC9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Email id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2C8829-6326-48B8-B99D-DA1FE6E5C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5335" y="2293056"/>
            <a:ext cx="9341330" cy="341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44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F5B6E-42D5-BB97-6476-D668344E5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Setup  a project in your workstation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7C9C86-D796-F3C7-3533-64C45A4F26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83085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0013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90C2D-7E5C-D06F-17FA-CA9F9F115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Git init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56ABA7-E19A-4725-0677-043D9C69FB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7702" y="2569295"/>
            <a:ext cx="7696596" cy="28639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C7C186-BD61-AF3A-7B72-69521CC93C94}"/>
              </a:ext>
            </a:extLst>
          </p:cNvPr>
          <p:cNvSpPr txBox="1"/>
          <p:nvPr/>
        </p:nvSpPr>
        <p:spPr>
          <a:xfrm>
            <a:off x="797814" y="1357991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baseline="0">
                <a:solidFill>
                  <a:srgbClr val="000000"/>
                </a:solidFill>
                <a:latin typeface="ArialMT"/>
              </a:rPr>
              <a:t>The word </a:t>
            </a:r>
            <a:r>
              <a:rPr lang="en-GB" sz="1800" b="0" i="0" u="none" strike="noStrike" baseline="0">
                <a:solidFill>
                  <a:srgbClr val="15141F"/>
                </a:solidFill>
                <a:latin typeface="Consolas" panose="020B0609020204030204" pitchFamily="49" charset="0"/>
              </a:rPr>
              <a:t>init </a:t>
            </a:r>
            <a:r>
              <a:rPr lang="en-GB" sz="1800" b="0" i="0" u="none" strike="noStrike" baseline="0">
                <a:solidFill>
                  <a:srgbClr val="000000"/>
                </a:solidFill>
                <a:latin typeface="ArialMT"/>
              </a:rPr>
              <a:t>means </a:t>
            </a:r>
            <a:r>
              <a:rPr lang="en-GB" sz="1800" b="0" i="1" u="none" strike="noStrike" baseline="0">
                <a:solidFill>
                  <a:srgbClr val="000000"/>
                </a:solidFill>
                <a:latin typeface="Arial-ItalicMT"/>
              </a:rPr>
              <a:t>initialize </a:t>
            </a:r>
            <a:r>
              <a:rPr lang="en-GB" sz="1800" b="0" i="0" u="none" strike="noStrike" baseline="0">
                <a:solidFill>
                  <a:srgbClr val="000000"/>
                </a:solidFill>
                <a:latin typeface="ArialMT"/>
              </a:rPr>
              <a:t>. The command sets up all the tools Git needs to begin tracking</a:t>
            </a:r>
          </a:p>
          <a:p>
            <a:pPr algn="l"/>
            <a:r>
              <a:rPr lang="en-GB" sz="1800" b="0" i="0" u="none" strike="noStrike" baseline="0">
                <a:solidFill>
                  <a:srgbClr val="000000"/>
                </a:solidFill>
                <a:latin typeface="ArialMT"/>
              </a:rPr>
              <a:t>changes made to the project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723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5A9D-D40D-E777-4863-F8A90FD36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Workflow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16120-2A47-A668-AC6D-9DEA0424E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Git project can be thought of as having three parts:</a:t>
            </a:r>
          </a:p>
          <a:p>
            <a:pPr marL="457200" lvl="1" indent="0">
              <a:buNone/>
            </a:pPr>
            <a:r>
              <a:rPr lang="en-GB" dirty="0"/>
              <a:t>1. A </a:t>
            </a:r>
            <a:r>
              <a:rPr lang="en-GB" i="1" dirty="0"/>
              <a:t>Working Directory </a:t>
            </a:r>
            <a:r>
              <a:rPr lang="en-GB" dirty="0"/>
              <a:t>: where you’ll be doing all the work: creating, editing, deleting and organizing files</a:t>
            </a:r>
          </a:p>
          <a:p>
            <a:pPr marL="457200" lvl="1" indent="0">
              <a:buNone/>
            </a:pPr>
            <a:r>
              <a:rPr lang="en-GB" dirty="0"/>
              <a:t>2. A </a:t>
            </a:r>
            <a:r>
              <a:rPr lang="en-GB" i="1" dirty="0"/>
              <a:t>Staging Area </a:t>
            </a:r>
            <a:r>
              <a:rPr lang="en-GB" dirty="0"/>
              <a:t>: where you’ll list changes you make to the working directory</a:t>
            </a:r>
          </a:p>
          <a:p>
            <a:pPr marL="457200" lvl="1" indent="0">
              <a:buNone/>
            </a:pPr>
            <a:r>
              <a:rPr lang="en-GB" dirty="0"/>
              <a:t>3. A </a:t>
            </a:r>
            <a:r>
              <a:rPr lang="en-GB" i="1" dirty="0"/>
              <a:t>Repository </a:t>
            </a:r>
            <a:r>
              <a:rPr lang="en-GB" dirty="0"/>
              <a:t>: where Git permanently stores those changes as different </a:t>
            </a:r>
            <a:r>
              <a:rPr lang="en-GB" i="1" dirty="0"/>
              <a:t>versions </a:t>
            </a:r>
            <a:r>
              <a:rPr lang="en-GB" dirty="0"/>
              <a:t>of the project</a:t>
            </a:r>
          </a:p>
          <a:p>
            <a:r>
              <a:rPr lang="en-GB" dirty="0"/>
              <a:t>The Git workflow consists of editing files in the working directory, adding files to the staging area, and saving changes to a Git repository.</a:t>
            </a:r>
          </a:p>
        </p:txBody>
      </p:sp>
    </p:spTree>
    <p:extLst>
      <p:ext uri="{BB962C8B-B14F-4D97-AF65-F5344CB8AC3E}">
        <p14:creationId xmlns:p14="http://schemas.microsoft.com/office/powerpoint/2010/main" val="2187043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1881D9-A19A-1311-81A6-BC28D7673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213" r="299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2925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E9C3F-07D8-ED6F-DBA2-1B15F0176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status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062A92-469C-921E-FAAD-2F6EB472C0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9032" y="2939143"/>
            <a:ext cx="7513045" cy="17511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8491CB-A099-2C76-11D7-847FBD4000FD}"/>
              </a:ext>
            </a:extLst>
          </p:cNvPr>
          <p:cNvSpPr txBox="1"/>
          <p:nvPr/>
        </p:nvSpPr>
        <p:spPr>
          <a:xfrm>
            <a:off x="1840992" y="1690688"/>
            <a:ext cx="73030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0" i="0" u="none" strike="noStrike" baseline="0" dirty="0">
                <a:latin typeface="ApexNew-Book"/>
              </a:rPr>
              <a:t>show modified files in working directory, staged for your next commit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84476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F21C8-E86B-02D9-8419-ED2FFC0D1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new file in your working directory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3A77AC-C8A3-EF29-795F-79B5F8206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0181" y="2149787"/>
            <a:ext cx="9461201" cy="787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16022E-2B89-26B7-92E2-E2B7FB04C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068" y="3527053"/>
            <a:ext cx="8984932" cy="134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89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ED217-D53D-6A46-CDDC-0A3DA5674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Verify the newly created file by using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1302C-5A75-0208-7343-A1204B83C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</a:t>
            </a:r>
            <a:r>
              <a:rPr lang="en-GB" dirty="0" err="1"/>
              <a:t>dir</a:t>
            </a:r>
            <a:r>
              <a:rPr lang="en-GB" dirty="0"/>
              <a:t>” command: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01A9A9-850F-6370-CBC5-16B38CAFA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329" y="2425648"/>
            <a:ext cx="6401773" cy="260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783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24069-B1E7-B9FF-53EE-47AE594F7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Git status: check newly created 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FC1BFA-27E8-8C40-39FF-E691FAEE7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68543"/>
            <a:ext cx="10515600" cy="28655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46984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1C7E8-A45D-B90D-22D0-811466ACE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Second 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26BA1A-A46C-229A-D42F-7828976F69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8532" y="1811112"/>
            <a:ext cx="5264421" cy="368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482326-56DD-23BF-9D73-43F551E06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070" y="2590800"/>
            <a:ext cx="4282856" cy="838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F3BEBE-C1B3-F5EB-DEB3-4BF6E2A75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962" y="3891590"/>
            <a:ext cx="7207620" cy="205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9526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D7BD-91E2-0E51-0013-E26E6933D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add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37F27-799D-DA07-2A72-9D6A56B3D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git add [file]</a:t>
            </a:r>
          </a:p>
          <a:p>
            <a:pPr marL="0" indent="0">
              <a:buNone/>
            </a:pPr>
            <a:r>
              <a:rPr lang="en-GB" dirty="0"/>
              <a:t>add a file as it looks now to your next commit (stage)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2D4E85-B674-932B-12D6-8BEB3CFC1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033" y="3127686"/>
            <a:ext cx="5950256" cy="271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696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8584-56E1-38F0-53FE-050A12FA8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notepad and make some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F236C-5753-F10C-BA9A-BDC201EC3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Step 1: Open the file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Step 2: Edit and save the file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Step 3: verify the status of the file (cont..)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AA9A27-C81F-B0E0-E712-229C23BCC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643" y="2469234"/>
            <a:ext cx="4978656" cy="3302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A49895-FC30-473D-1483-2E18DF2FA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649" y="3607677"/>
            <a:ext cx="4724643" cy="9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7862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FACE2-9249-1E59-8DBA-2894BEAC3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3: verify the status of the file(cont..)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105B0E-E48A-987E-3E6C-0B018397A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8429" y="2378785"/>
            <a:ext cx="6655142" cy="324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8695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8DB49-5DE2-BBE6-EBEF-F4AB6F015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diff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FCE34-0E81-AD53-6367-EF5F09251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git diff</a:t>
            </a:r>
          </a:p>
          <a:p>
            <a:r>
              <a:rPr lang="en-GB" dirty="0"/>
              <a:t>diff of what is changed but </a:t>
            </a:r>
            <a:r>
              <a:rPr lang="en-GB" b="1" dirty="0"/>
              <a:t>not staged</a:t>
            </a:r>
            <a:br>
              <a:rPr lang="en-GB" b="1" dirty="0"/>
            </a:br>
            <a:endParaRPr lang="en-GB" b="1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ED2CFC-F671-799B-E564-F68BFE51B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987" y="3329174"/>
            <a:ext cx="5512083" cy="154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0706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2B2F-8E6F-D239-61C0-56F7D801E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git commit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0D262-259B-4E41-F6BA-4F22E20B9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GB" sz="2000"/>
              <a:t>A </a:t>
            </a:r>
            <a:r>
              <a:rPr lang="en-GB" sz="2000" i="1"/>
              <a:t>commit </a:t>
            </a:r>
            <a:r>
              <a:rPr lang="en-GB" sz="2000"/>
              <a:t>is the last step in our Git workflow. A commit permanently stores changes from the staging area inside the repository.</a:t>
            </a:r>
            <a:br>
              <a:rPr lang="en-GB" sz="2000"/>
            </a:br>
            <a:r>
              <a:rPr lang="fr-FR" sz="2000" b="1"/>
              <a:t>git commit -m “[descriptive message]”</a:t>
            </a:r>
          </a:p>
          <a:p>
            <a:pPr marL="0" indent="0">
              <a:buNone/>
            </a:pPr>
            <a:r>
              <a:rPr lang="en-GB" sz="2000"/>
              <a:t>Standard Conventions for Commit Messages:</a:t>
            </a:r>
          </a:p>
          <a:p>
            <a:r>
              <a:rPr lang="en-GB" sz="2000"/>
              <a:t> Must be in quotation marks</a:t>
            </a:r>
          </a:p>
          <a:p>
            <a:r>
              <a:rPr lang="en-GB" sz="2000"/>
              <a:t> Written in the present tense</a:t>
            </a:r>
          </a:p>
          <a:p>
            <a:r>
              <a:rPr lang="en-GB" sz="2000"/>
              <a:t>Should be brief (50 characters or less) when using -m</a:t>
            </a:r>
            <a:br>
              <a:rPr lang="en-GB" sz="2000"/>
            </a:br>
            <a:endParaRPr lang="en-GB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8BEC8-87FC-4CD2-2C4D-4D1A9A68A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612674"/>
            <a:ext cx="5181600" cy="7772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68640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8008B-C8D1-082C-BE64-6ACF3D55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163FE-3AB5-AD29-05D9-705BB87C0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you’ll need to refer back to an earlier version of a project. Commits are stored chronologically in the repository and can be viewed with: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E9AFA-1DA7-042C-3A22-74F78883F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917" y="3285639"/>
            <a:ext cx="5874052" cy="124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1796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09CB5-88E9-DBA0-0AFF-7AE1DA5CB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Revisit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02780-2D67-7B4D-25A9-A12F60495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You have now been introduced to the fundamental Git workflow. You learned a lot! Let’s take a moment to generalize:</a:t>
            </a:r>
          </a:p>
          <a:p>
            <a:r>
              <a:rPr lang="en-GB" dirty="0"/>
              <a:t>Git is the industry-standard version control system for web developers</a:t>
            </a:r>
          </a:p>
          <a:p>
            <a:r>
              <a:rPr lang="en-GB" dirty="0"/>
              <a:t>Use Git commands to help keep track of changes made to a project:</a:t>
            </a:r>
          </a:p>
          <a:p>
            <a:pPr lvl="1"/>
            <a:r>
              <a:rPr lang="en-GB" dirty="0" err="1"/>
              <a:t>init</a:t>
            </a:r>
            <a:r>
              <a:rPr lang="en-GB" dirty="0"/>
              <a:t> creates a new Git repository</a:t>
            </a:r>
          </a:p>
          <a:p>
            <a:pPr lvl="1"/>
            <a:r>
              <a:rPr lang="en-GB" dirty="0"/>
              <a:t>git status inspects the contents of the working directory and staging area</a:t>
            </a:r>
          </a:p>
          <a:p>
            <a:pPr lvl="1"/>
            <a:r>
              <a:rPr lang="en-GB" dirty="0"/>
              <a:t>git add adds files from the working directory to the staging area</a:t>
            </a:r>
          </a:p>
          <a:p>
            <a:pPr lvl="1"/>
            <a:r>
              <a:rPr lang="en-GB" dirty="0"/>
              <a:t>git diff shows the difference between the working directory and the staging</a:t>
            </a:r>
          </a:p>
          <a:p>
            <a:pPr lvl="1"/>
            <a:r>
              <a:rPr lang="en-GB" dirty="0"/>
              <a:t>area</a:t>
            </a:r>
          </a:p>
          <a:p>
            <a:pPr lvl="1"/>
            <a:r>
              <a:rPr lang="en-GB" dirty="0"/>
              <a:t>git commit permanently stores file changes from the staging area in the</a:t>
            </a:r>
          </a:p>
          <a:p>
            <a:pPr lvl="1"/>
            <a:r>
              <a:rPr lang="en-GB" dirty="0"/>
              <a:t>repository</a:t>
            </a:r>
          </a:p>
          <a:p>
            <a:pPr lvl="1"/>
            <a:r>
              <a:rPr lang="en-GB" dirty="0"/>
              <a:t>git log shows a list of all previous commits</a:t>
            </a:r>
          </a:p>
        </p:txBody>
      </p:sp>
    </p:spTree>
    <p:extLst>
      <p:ext uri="{BB962C8B-B14F-4D97-AF65-F5344CB8AC3E}">
        <p14:creationId xmlns:p14="http://schemas.microsoft.com/office/powerpoint/2010/main" val="17493223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AAF5B-8E22-4A00-CD9F-CC142C6C6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BACKTRACK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E667C-88A9-1E73-4A68-C542E2FD3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When working on a Git project, sometimes we make changes that we want to get rid of. Git offers a few eraser-like features that allow us to undo mistakes during project creation. In this lesson, we’ll learn some of these features.</a:t>
            </a:r>
          </a:p>
          <a:p>
            <a:r>
              <a:rPr lang="en-GB" dirty="0"/>
              <a:t>To start out, let’s review the basic Git workflow.</a:t>
            </a:r>
          </a:p>
          <a:p>
            <a:r>
              <a:rPr lang="en-GB" dirty="0"/>
              <a:t>$ </a:t>
            </a:r>
            <a:r>
              <a:rPr lang="en-GB" dirty="0" err="1"/>
              <a:t>mkdir</a:t>
            </a:r>
            <a:r>
              <a:rPr lang="en-GB" dirty="0"/>
              <a:t> hamlet-prince-of-</a:t>
            </a:r>
            <a:r>
              <a:rPr lang="en-GB" dirty="0" err="1"/>
              <a:t>denmark</a:t>
            </a:r>
            <a:endParaRPr lang="en-GB" dirty="0"/>
          </a:p>
          <a:p>
            <a:r>
              <a:rPr lang="en-GB" dirty="0"/>
              <a:t>$ cd hamlet-prince-of-</a:t>
            </a:r>
            <a:r>
              <a:rPr lang="en-GB" dirty="0" err="1"/>
              <a:t>denmark</a:t>
            </a:r>
            <a:endParaRPr lang="en-GB" dirty="0"/>
          </a:p>
          <a:p>
            <a:r>
              <a:rPr lang="en-GB" dirty="0"/>
              <a:t>$ notepad scene1.txt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Ghost:</a:t>
            </a:r>
          </a:p>
          <a:p>
            <a:pPr lvl="1"/>
            <a:r>
              <a:rPr lang="en-GB" dirty="0"/>
              <a:t>My hour is almost come,</a:t>
            </a:r>
          </a:p>
          <a:p>
            <a:pPr lvl="1"/>
            <a:r>
              <a:rPr lang="en-GB" dirty="0"/>
              <a:t>When I to sulphurous and tormenting flames</a:t>
            </a:r>
          </a:p>
          <a:p>
            <a:pPr lvl="1"/>
            <a:r>
              <a:rPr lang="en-GB" dirty="0"/>
              <a:t>Must render up myself.</a:t>
            </a:r>
          </a:p>
          <a:p>
            <a:r>
              <a:rPr lang="en-GB" dirty="0"/>
              <a:t>$ git add scene-1.txt</a:t>
            </a:r>
          </a:p>
          <a:p>
            <a:r>
              <a:rPr lang="en-GB" dirty="0"/>
              <a:t>$ git commit -m “my hour”</a:t>
            </a:r>
          </a:p>
        </p:txBody>
      </p:sp>
    </p:spTree>
    <p:extLst>
      <p:ext uri="{BB962C8B-B14F-4D97-AF65-F5344CB8AC3E}">
        <p14:creationId xmlns:p14="http://schemas.microsoft.com/office/powerpoint/2010/main" val="31521561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F1273-6845-1055-FA56-C7DF23F5E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Learning Check</a:t>
            </a:r>
          </a:p>
        </p:txBody>
      </p:sp>
      <p:pic>
        <p:nvPicPr>
          <p:cNvPr id="5" name="Picture 4" descr="A hand holding a pen and shading circles on a sheet">
            <a:extLst>
              <a:ext uri="{FF2B5EF4-FFF2-40B4-BE49-F238E27FC236}">
                <a16:creationId xmlns:a16="http://schemas.microsoft.com/office/drawing/2014/main" id="{5107F8F0-2CE9-7105-30F4-73FE1A3071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38" b="15324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470984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A6E0C-CAB0-8230-4EC9-DDE1C0EA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Github</a:t>
            </a:r>
            <a:r>
              <a:rPr lang="en-GB" b="1" dirty="0"/>
              <a:t> – Online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7C2C-E425-8962-F196-490FF13D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https://github.com/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18295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1DF71-2BF8-EC5C-81E6-E7D4D7E27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is a Branch?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E70B7-EC4C-2488-756F-8122C9942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/>
              <a:t>branch</a:t>
            </a:r>
            <a:r>
              <a:rPr lang="en-GB" dirty="0"/>
              <a:t> lets you:</a:t>
            </a:r>
          </a:p>
          <a:p>
            <a:r>
              <a:rPr lang="en-GB" dirty="0"/>
              <a:t>Try new features</a:t>
            </a:r>
          </a:p>
          <a:p>
            <a:r>
              <a:rPr lang="en-GB" dirty="0"/>
              <a:t>Fix bugs safely</a:t>
            </a:r>
          </a:p>
          <a:p>
            <a:r>
              <a:rPr lang="en-GB" dirty="0"/>
              <a:t>Not break the main code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Example:</a:t>
            </a:r>
          </a:p>
          <a:p>
            <a:r>
              <a:rPr lang="en-GB" dirty="0"/>
              <a:t>Main branch = working website</a:t>
            </a:r>
          </a:p>
          <a:p>
            <a:r>
              <a:rPr lang="en-GB" dirty="0"/>
              <a:t>New branch = experiment zone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62055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2BC1F-60BA-FCF8-63F5-E3678AD30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Merging Branches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930BF-7AE6-3A08-1F50-40C532582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Merge</a:t>
            </a:r>
            <a:r>
              <a:rPr lang="en-GB" dirty="0"/>
              <a:t> = combining branches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Feature branch is finished</a:t>
            </a:r>
          </a:p>
          <a:p>
            <a:r>
              <a:rPr lang="en-GB" dirty="0"/>
              <a:t>Merge it into main</a:t>
            </a:r>
          </a:p>
          <a:p>
            <a:r>
              <a:rPr lang="en-GB" dirty="0"/>
              <a:t>Now main has the new feature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04507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0117-C75B-8798-4CFF-473165D4C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/>
              <a:t>Working with GitHub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513C3BD-ACD2-DC5F-03F4-2E658F6051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39438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3981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9EC3-6456-5C37-C52B-615BE523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Benefits of Using Git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6F28F-44AF-124F-7638-EA6967308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Tracks history</a:t>
            </a:r>
            <a:br>
              <a:rPr lang="en-GB" dirty="0"/>
            </a:br>
            <a:r>
              <a:rPr lang="en-GB" dirty="0"/>
              <a:t> Easy collaboration</a:t>
            </a:r>
            <a:br>
              <a:rPr lang="en-GB" dirty="0"/>
            </a:br>
            <a:r>
              <a:rPr lang="en-GB" dirty="0"/>
              <a:t> Backup of code</a:t>
            </a:r>
            <a:br>
              <a:rPr lang="en-GB" dirty="0"/>
            </a:br>
            <a:r>
              <a:rPr lang="en-GB" dirty="0"/>
              <a:t> Industry standard</a:t>
            </a:r>
            <a:br>
              <a:rPr lang="en-GB" dirty="0"/>
            </a:br>
            <a:r>
              <a:rPr lang="en-GB" dirty="0"/>
              <a:t> Saves time &amp; stress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74742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0F6A-27C8-FEA6-B26C-75B8B1967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Who Uses Git?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8856-3E82-4462-F071-EF76BD7D5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developers</a:t>
            </a:r>
          </a:p>
          <a:p>
            <a:r>
              <a:rPr lang="en-GB" dirty="0"/>
              <a:t>Data scientists</a:t>
            </a:r>
          </a:p>
          <a:p>
            <a:r>
              <a:rPr lang="en-GB" dirty="0"/>
              <a:t>Web designers</a:t>
            </a:r>
          </a:p>
          <a:p>
            <a:r>
              <a:rPr lang="en-GB" dirty="0"/>
              <a:t>Big companies (Google, Microsoft, Netflix)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If you code → you’ll use Git.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9818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45A40-8228-CDBB-BD7E-DE039AFF0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/>
              <a:t>Final Thoughts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62D278-85DC-21F0-A5AF-2EFC206D59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16349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99192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E4113-9A3A-7D8F-6864-CAA22028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Advanced Learning: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96AA3-331B-16E3-E5BF-E14CCA5EB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Undoing Changes: git restore, git reset</a:t>
            </a:r>
          </a:p>
          <a:p>
            <a:r>
              <a:rPr lang="en-GB" dirty="0"/>
              <a:t>Branching: Create &amp; switch branches</a:t>
            </a:r>
          </a:p>
          <a:p>
            <a:r>
              <a:rPr lang="en-GB" dirty="0"/>
              <a:t>Merging: Fast-forward &amp; recursive merges</a:t>
            </a:r>
          </a:p>
          <a:p>
            <a:r>
              <a:rPr lang="en-GB" dirty="0"/>
              <a:t>Merge Conflicts: How to resolve conflicts</a:t>
            </a:r>
          </a:p>
          <a:p>
            <a:r>
              <a:rPr lang="en-GB" dirty="0"/>
              <a:t>Rebasing: Replay commits for linear history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46855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08DC0-59D9-2BD8-D43E-F4E0BC66C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/>
          <a:p>
            <a:r>
              <a:rPr lang="en-GB" sz="5100" b="1"/>
              <a:t>Git and GitHub Tutorial – Version Control for Beginners</a:t>
            </a:r>
            <a:br>
              <a:rPr lang="en-GB" sz="5100" b="1"/>
            </a:br>
            <a:endParaRPr lang="en-GB" sz="5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002A1-39E1-B121-92A1-2D3CDF5B9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GB" dirty="0">
                <a:hlinkClick r:id="rId2"/>
              </a:rPr>
              <a:t>https://www.freecodecamp.org/news/git-and-github-for-beginners/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0638562"/>
      </p:ext>
    </p:extLst>
  </p:cSld>
  <p:clrMapOvr>
    <a:masterClrMapping/>
  </p:clrMapOvr>
</p:sld>
</file>

<file path=ppt/theme/theme1.xml><?xml version="1.0" encoding="utf-8"?>
<a:theme xmlns:a="http://schemas.openxmlformats.org/drawingml/2006/main" name="My template for oakland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0a09399-27f9-4478-9061-02f5805e774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4382C3FAF8FD49BE07D7E04DF0CF29" ma:contentTypeVersion="16" ma:contentTypeDescription="Create a new document." ma:contentTypeScope="" ma:versionID="cd205142ac46b857ad30107c1e152a65">
  <xsd:schema xmlns:xsd="http://www.w3.org/2001/XMLSchema" xmlns:xs="http://www.w3.org/2001/XMLSchema" xmlns:p="http://schemas.microsoft.com/office/2006/metadata/properties" xmlns:ns3="a59cfe67-ec4c-4345-b9c1-dfc9c978b825" xmlns:ns4="80a09399-27f9-4478-9061-02f5805e7748" targetNamespace="http://schemas.microsoft.com/office/2006/metadata/properties" ma:root="true" ma:fieldsID="8f0156bcadfc2ec80ba4cd96222f7998" ns3:_="" ns4:_="">
    <xsd:import namespace="a59cfe67-ec4c-4345-b9c1-dfc9c978b825"/>
    <xsd:import namespace="80a09399-27f9-4478-9061-02f5805e774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ObjectDetectorVersions" minOccurs="0"/>
                <xsd:element ref="ns4:MediaServiceDateTaken" minOccurs="0"/>
                <xsd:element ref="ns4:MediaServiceSystemTags" minOccurs="0"/>
                <xsd:element ref="ns4:MediaServiceSearchProperties" minOccurs="0"/>
                <xsd:element ref="ns4:MediaLengthInSecond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9cfe67-ec4c-4345-b9c1-dfc9c978b8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a09399-27f9-4478-9061-02f5805e77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0AD12D-5EB0-41EC-97F2-6BB15C17E6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ED71F2-CFF9-43B9-98D7-2406B93F6C52}">
  <ds:schemaRefs>
    <ds:schemaRef ds:uri="a59cfe67-ec4c-4345-b9c1-dfc9c978b825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80a09399-27f9-4478-9061-02f5805e7748"/>
    <ds:schemaRef ds:uri="http://purl.org/dc/dcmitype/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B41E7F6-9DFB-47E5-AB5F-CF1A949A9F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9cfe67-ec4c-4345-b9c1-dfc9c978b825"/>
    <ds:schemaRef ds:uri="80a09399-27f9-4478-9061-02f5805e77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My template for oaklands</Template>
  <TotalTime>2728</TotalTime>
  <Words>1646</Words>
  <Application>Microsoft Office PowerPoint</Application>
  <PresentationFormat>Widescreen</PresentationFormat>
  <Paragraphs>222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ApexNew-Book</vt:lpstr>
      <vt:lpstr>Aptos</vt:lpstr>
      <vt:lpstr>Arial</vt:lpstr>
      <vt:lpstr>Arial-ItalicMT</vt:lpstr>
      <vt:lpstr>ArialMT</vt:lpstr>
      <vt:lpstr>Consolas</vt:lpstr>
      <vt:lpstr>My template for oaklands</vt:lpstr>
      <vt:lpstr>Git Version control</vt:lpstr>
      <vt:lpstr>Initial Assessment</vt:lpstr>
      <vt:lpstr>User Interface</vt:lpstr>
      <vt:lpstr>What is UI?</vt:lpstr>
      <vt:lpstr>Types of Interface</vt:lpstr>
      <vt:lpstr>Command Line Interface(CLI)</vt:lpstr>
      <vt:lpstr>Advantages and Disadvantages of CLI</vt:lpstr>
      <vt:lpstr>Menu Driven Interface</vt:lpstr>
      <vt:lpstr>Advantages and Disadvantages of Menu Driven Interface</vt:lpstr>
      <vt:lpstr>Graphical User Interface(GUI)</vt:lpstr>
      <vt:lpstr>Advantages and Disadvantages of GUI</vt:lpstr>
      <vt:lpstr>File System</vt:lpstr>
      <vt:lpstr>Basic commands for Windows Command Prompt</vt:lpstr>
      <vt:lpstr>Assessment</vt:lpstr>
      <vt:lpstr>Basic commands for Linux</vt:lpstr>
      <vt:lpstr>What is Git?</vt:lpstr>
      <vt:lpstr>Why Do We Need Git? </vt:lpstr>
      <vt:lpstr>Git vs GitHub (Very Important!) </vt:lpstr>
      <vt:lpstr>Basic Git Concepts </vt:lpstr>
      <vt:lpstr>git version</vt:lpstr>
      <vt:lpstr>git help   </vt:lpstr>
      <vt:lpstr>Git Setup</vt:lpstr>
      <vt:lpstr>Email id</vt:lpstr>
      <vt:lpstr>Setup  a project in your workstation</vt:lpstr>
      <vt:lpstr>Git init</vt:lpstr>
      <vt:lpstr>Git Workflow </vt:lpstr>
      <vt:lpstr>PowerPoint Presentation</vt:lpstr>
      <vt:lpstr>Git status</vt:lpstr>
      <vt:lpstr>Create a new file in your working directory</vt:lpstr>
      <vt:lpstr>Verify the newly created file by using</vt:lpstr>
      <vt:lpstr>Git status: check newly created file</vt:lpstr>
      <vt:lpstr>Second file</vt:lpstr>
      <vt:lpstr>Git add</vt:lpstr>
      <vt:lpstr>Open notepad and make some changes</vt:lpstr>
      <vt:lpstr>Step 3: verify the status of the file(cont..)</vt:lpstr>
      <vt:lpstr>git diff</vt:lpstr>
      <vt:lpstr>git commit</vt:lpstr>
      <vt:lpstr>Git log</vt:lpstr>
      <vt:lpstr>Revisit</vt:lpstr>
      <vt:lpstr>HOW TO BACKTRACK </vt:lpstr>
      <vt:lpstr>Learning Check</vt:lpstr>
      <vt:lpstr>Github – Online demo</vt:lpstr>
      <vt:lpstr>What is a Branch? </vt:lpstr>
      <vt:lpstr>Merging Branches </vt:lpstr>
      <vt:lpstr>Working with GitHub </vt:lpstr>
      <vt:lpstr>Benefits of Using Git </vt:lpstr>
      <vt:lpstr>Who Uses Git? </vt:lpstr>
      <vt:lpstr>Final Thoughts </vt:lpstr>
      <vt:lpstr>Advanced Learning: </vt:lpstr>
      <vt:lpstr>Git and GitHub Tutorial – Version Control for Beginners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Savithiri Praveenkumar</dc:creator>
  <cp:lastModifiedBy>Savithiri Praveenkumar</cp:lastModifiedBy>
  <cp:revision>15</cp:revision>
  <dcterms:created xsi:type="dcterms:W3CDTF">2026-02-02T13:00:50Z</dcterms:created>
  <dcterms:modified xsi:type="dcterms:W3CDTF">2026-02-04T12:54:08Z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0x010100804382C3FAF8FD49BE07D7E04DF0CF29</vt:lpwstr>
  </property>
</Properties>
</file>